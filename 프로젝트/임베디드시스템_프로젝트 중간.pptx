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64" r:id="rId10"/>
    <p:sldId id="265" r:id="rId11"/>
    <p:sldId id="272" r:id="rId12"/>
    <p:sldId id="270" r:id="rId13"/>
    <p:sldId id="271" r:id="rId14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73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1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image" Target="../media/image10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1.png"/><Relationship Id="rId7" Type="http://schemas.openxmlformats.org/officeDocument/2006/relationships/image" Target="../media/image4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image" Target="../media/image54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png"/><Relationship Id="rId18" Type="http://schemas.openxmlformats.org/officeDocument/2006/relationships/image" Target="../media/image91.png"/><Relationship Id="rId26" Type="http://schemas.openxmlformats.org/officeDocument/2006/relationships/image" Target="../media/image40.png"/><Relationship Id="rId39" Type="http://schemas.openxmlformats.org/officeDocument/2006/relationships/image" Target="../media/image110.png"/><Relationship Id="rId21" Type="http://schemas.openxmlformats.org/officeDocument/2006/relationships/image" Target="../media/image94.png"/><Relationship Id="rId34" Type="http://schemas.openxmlformats.org/officeDocument/2006/relationships/image" Target="../media/image106.png"/><Relationship Id="rId7" Type="http://schemas.openxmlformats.org/officeDocument/2006/relationships/image" Target="../media/image86.png"/><Relationship Id="rId12" Type="http://schemas.openxmlformats.org/officeDocument/2006/relationships/image" Target="../media/image26.png"/><Relationship Id="rId17" Type="http://schemas.openxmlformats.org/officeDocument/2006/relationships/image" Target="../media/image35.png"/><Relationship Id="rId25" Type="http://schemas.openxmlformats.org/officeDocument/2006/relationships/image" Target="../media/image98.png"/><Relationship Id="rId33" Type="http://schemas.openxmlformats.org/officeDocument/2006/relationships/image" Target="../media/image105.png"/><Relationship Id="rId38" Type="http://schemas.openxmlformats.org/officeDocument/2006/relationships/image" Target="../media/image109.png"/><Relationship Id="rId2" Type="http://schemas.openxmlformats.org/officeDocument/2006/relationships/image" Target="../media/image36.png"/><Relationship Id="rId16" Type="http://schemas.openxmlformats.org/officeDocument/2006/relationships/image" Target="../media/image90.png"/><Relationship Id="rId20" Type="http://schemas.openxmlformats.org/officeDocument/2006/relationships/image" Target="../media/image93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25.png"/><Relationship Id="rId24" Type="http://schemas.openxmlformats.org/officeDocument/2006/relationships/image" Target="../media/image97.png"/><Relationship Id="rId32" Type="http://schemas.openxmlformats.org/officeDocument/2006/relationships/image" Target="../media/image104.png"/><Relationship Id="rId37" Type="http://schemas.openxmlformats.org/officeDocument/2006/relationships/image" Target="../media/image41.png"/><Relationship Id="rId40" Type="http://schemas.openxmlformats.org/officeDocument/2006/relationships/image" Target="../media/image111.png"/><Relationship Id="rId5" Type="http://schemas.openxmlformats.org/officeDocument/2006/relationships/image" Target="../media/image84.png"/><Relationship Id="rId15" Type="http://schemas.openxmlformats.org/officeDocument/2006/relationships/image" Target="../media/image89.png"/><Relationship Id="rId23" Type="http://schemas.openxmlformats.org/officeDocument/2006/relationships/image" Target="../media/image96.png"/><Relationship Id="rId28" Type="http://schemas.openxmlformats.org/officeDocument/2006/relationships/image" Target="../media/image100.png"/><Relationship Id="rId36" Type="http://schemas.openxmlformats.org/officeDocument/2006/relationships/image" Target="../media/image108.png"/><Relationship Id="rId10" Type="http://schemas.openxmlformats.org/officeDocument/2006/relationships/image" Target="../media/image87.png"/><Relationship Id="rId19" Type="http://schemas.openxmlformats.org/officeDocument/2006/relationships/image" Target="../media/image92.png"/><Relationship Id="rId31" Type="http://schemas.openxmlformats.org/officeDocument/2006/relationships/image" Target="../media/image103.png"/><Relationship Id="rId4" Type="http://schemas.openxmlformats.org/officeDocument/2006/relationships/image" Target="../media/image83.png"/><Relationship Id="rId9" Type="http://schemas.openxmlformats.org/officeDocument/2006/relationships/image" Target="../media/image22.png"/><Relationship Id="rId14" Type="http://schemas.openxmlformats.org/officeDocument/2006/relationships/image" Target="../media/image28.png"/><Relationship Id="rId22" Type="http://schemas.openxmlformats.org/officeDocument/2006/relationships/image" Target="../media/image95.png"/><Relationship Id="rId27" Type="http://schemas.openxmlformats.org/officeDocument/2006/relationships/image" Target="../media/image99.png"/><Relationship Id="rId30" Type="http://schemas.openxmlformats.org/officeDocument/2006/relationships/image" Target="../media/image102.png"/><Relationship Id="rId35" Type="http://schemas.openxmlformats.org/officeDocument/2006/relationships/image" Target="../media/image107.png"/><Relationship Id="rId8" Type="http://schemas.openxmlformats.org/officeDocument/2006/relationships/image" Target="../media/image21.png"/><Relationship Id="rId3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png"/><Relationship Id="rId18" Type="http://schemas.openxmlformats.org/officeDocument/2006/relationships/image" Target="../media/image94.png"/><Relationship Id="rId26" Type="http://schemas.openxmlformats.org/officeDocument/2006/relationships/image" Target="../media/image126.png"/><Relationship Id="rId21" Type="http://schemas.openxmlformats.org/officeDocument/2006/relationships/image" Target="../media/image122.png"/><Relationship Id="rId34" Type="http://schemas.openxmlformats.org/officeDocument/2006/relationships/image" Target="../media/image134.png"/><Relationship Id="rId7" Type="http://schemas.openxmlformats.org/officeDocument/2006/relationships/image" Target="../media/image115.png"/><Relationship Id="rId12" Type="http://schemas.openxmlformats.org/officeDocument/2006/relationships/image" Target="../media/image116.png"/><Relationship Id="rId17" Type="http://schemas.openxmlformats.org/officeDocument/2006/relationships/image" Target="../media/image119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2" Type="http://schemas.openxmlformats.org/officeDocument/2006/relationships/image" Target="../media/image36.png"/><Relationship Id="rId16" Type="http://schemas.openxmlformats.org/officeDocument/2006/relationships/image" Target="../media/image92.png"/><Relationship Id="rId20" Type="http://schemas.openxmlformats.org/officeDocument/2006/relationships/image" Target="../media/image121.pn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28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37" Type="http://schemas.openxmlformats.org/officeDocument/2006/relationships/image" Target="../media/image42.png"/><Relationship Id="rId5" Type="http://schemas.openxmlformats.org/officeDocument/2006/relationships/image" Target="../media/image113.png"/><Relationship Id="rId15" Type="http://schemas.openxmlformats.org/officeDocument/2006/relationships/image" Target="../media/image118.png"/><Relationship Id="rId23" Type="http://schemas.openxmlformats.org/officeDocument/2006/relationships/image" Target="../media/image103.png"/><Relationship Id="rId28" Type="http://schemas.openxmlformats.org/officeDocument/2006/relationships/image" Target="../media/image128.png"/><Relationship Id="rId36" Type="http://schemas.openxmlformats.org/officeDocument/2006/relationships/image" Target="../media/image41.png"/><Relationship Id="rId10" Type="http://schemas.openxmlformats.org/officeDocument/2006/relationships/image" Target="../media/image26.png"/><Relationship Id="rId19" Type="http://schemas.openxmlformats.org/officeDocument/2006/relationships/image" Target="../media/image120.png"/><Relationship Id="rId31" Type="http://schemas.openxmlformats.org/officeDocument/2006/relationships/image" Target="../media/image131.png"/><Relationship Id="rId4" Type="http://schemas.openxmlformats.org/officeDocument/2006/relationships/image" Target="../media/image83.png"/><Relationship Id="rId9" Type="http://schemas.openxmlformats.org/officeDocument/2006/relationships/image" Target="../media/image22.png"/><Relationship Id="rId14" Type="http://schemas.openxmlformats.org/officeDocument/2006/relationships/image" Target="../media/image35.png"/><Relationship Id="rId22" Type="http://schemas.openxmlformats.org/officeDocument/2006/relationships/image" Target="../media/image123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Relationship Id="rId8" Type="http://schemas.openxmlformats.org/officeDocument/2006/relationships/image" Target="../media/image21.png"/><Relationship Id="rId3" Type="http://schemas.openxmlformats.org/officeDocument/2006/relationships/image" Target="../media/image1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26" Type="http://schemas.openxmlformats.org/officeDocument/2006/relationships/image" Target="../media/image159.png"/><Relationship Id="rId3" Type="http://schemas.openxmlformats.org/officeDocument/2006/relationships/image" Target="../media/image83.png"/><Relationship Id="rId21" Type="http://schemas.openxmlformats.org/officeDocument/2006/relationships/image" Target="../media/image154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2" Type="http://schemas.openxmlformats.org/officeDocument/2006/relationships/image" Target="../media/image136.png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7.png"/><Relationship Id="rId32" Type="http://schemas.openxmlformats.org/officeDocument/2006/relationships/image" Target="../media/image110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28" Type="http://schemas.openxmlformats.org/officeDocument/2006/relationships/image" Target="../media/image161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31" Type="http://schemas.openxmlformats.org/officeDocument/2006/relationships/image" Target="../media/image164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53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image" Target="../media/image165.png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image" Target="../media/image179.png"/><Relationship Id="rId16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96359" y="3837535"/>
            <a:ext cx="10201962" cy="134454"/>
            <a:chOff x="1096359" y="3837535"/>
            <a:chExt cx="10201962" cy="13445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359" y="3837535"/>
              <a:ext cx="10201962" cy="13445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5951" y="1614711"/>
            <a:ext cx="11237572" cy="230835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87831" y="4366841"/>
            <a:ext cx="5836436" cy="1733331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5448" y="5432343"/>
            <a:ext cx="4480390" cy="1215448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34232" y="7810387"/>
            <a:ext cx="1358623" cy="1317889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144131" y="7884067"/>
            <a:ext cx="8848568" cy="1284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98320" y="1603420"/>
            <a:ext cx="3049114" cy="1771019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2929173" y="3034719"/>
            <a:ext cx="1395438" cy="134454"/>
            <a:chOff x="2929173" y="3034719"/>
            <a:chExt cx="1395438" cy="13445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9173" y="3034719"/>
              <a:ext cx="1395438" cy="134454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2043" y="2863843"/>
            <a:ext cx="6525181" cy="5939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1071" y="188911"/>
            <a:ext cx="5229218" cy="1734828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2494" y="1357652"/>
            <a:ext cx="4452002" cy="105756"/>
            <a:chOff x="492494" y="1357652"/>
            <a:chExt cx="4452002" cy="105756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494" y="1357652"/>
              <a:ext cx="4452002" cy="10575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396278" y="3147966"/>
            <a:ext cx="6727532" cy="4485021"/>
            <a:chOff x="10396278" y="3147966"/>
            <a:chExt cx="6727532" cy="4485021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96278" y="3147966"/>
              <a:ext cx="6727532" cy="448502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37527" y="3186061"/>
            <a:ext cx="7638196" cy="4485021"/>
            <a:chOff x="1037527" y="3186061"/>
            <a:chExt cx="7638196" cy="448502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527" y="3186061"/>
              <a:ext cx="7638196" cy="4485021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96655" y="8367995"/>
            <a:ext cx="16689495" cy="1051828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89189" y="1662822"/>
            <a:ext cx="3058735" cy="1499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1071" y="188911"/>
            <a:ext cx="5229218" cy="1734828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2494" y="1357652"/>
            <a:ext cx="4452002" cy="105756"/>
            <a:chOff x="492494" y="1357652"/>
            <a:chExt cx="4452002" cy="105756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494" y="1357652"/>
              <a:ext cx="4452002" cy="10575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0" y="5290188"/>
            <a:ext cx="17384127" cy="3605050"/>
            <a:chOff x="0" y="5290188"/>
            <a:chExt cx="17384127" cy="360505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290188"/>
              <a:ext cx="17384127" cy="360505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015873" y="-1"/>
            <a:ext cx="4368254" cy="10253652"/>
            <a:chOff x="13015873" y="-1"/>
            <a:chExt cx="4368254" cy="15252238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16200000">
              <a:off x="7573881" y="5441991"/>
              <a:ext cx="15252238" cy="436825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0" y="7064142"/>
            <a:ext cx="13247619" cy="183802"/>
            <a:chOff x="0" y="7064142"/>
            <a:chExt cx="13247619" cy="183802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7064142"/>
              <a:ext cx="13247619" cy="18380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585083" y="2546988"/>
            <a:ext cx="5277778" cy="183802"/>
            <a:chOff x="12585083" y="2546988"/>
            <a:chExt cx="5277778" cy="183802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5400000">
              <a:off x="12585083" y="2546988"/>
              <a:ext cx="5277778" cy="18380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2410317" y="9448413"/>
            <a:ext cx="1404762" cy="269841"/>
            <a:chOff x="12410317" y="9448413"/>
            <a:chExt cx="1404762" cy="26984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-5400000">
              <a:off x="12410317" y="9448413"/>
              <a:ext cx="1404762" cy="26984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128571" y="7793651"/>
            <a:ext cx="1841270" cy="384127"/>
            <a:chOff x="12128571" y="7793651"/>
            <a:chExt cx="1841270" cy="38412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12128571" y="7793651"/>
              <a:ext cx="1841270" cy="38412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257143" y="4906061"/>
            <a:ext cx="2053968" cy="384127"/>
            <a:chOff x="13257143" y="4906061"/>
            <a:chExt cx="2053968" cy="384127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10800000">
              <a:off x="13257143" y="4906061"/>
              <a:ext cx="2053968" cy="38412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5845" y="8007540"/>
            <a:ext cx="13095294" cy="121429"/>
            <a:chOff x="15845" y="8007540"/>
            <a:chExt cx="13095294" cy="121429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845" y="8007540"/>
              <a:ext cx="13095294" cy="12142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9043" y="6107540"/>
            <a:ext cx="13047629" cy="121429"/>
            <a:chOff x="19043" y="6107540"/>
            <a:chExt cx="13047629" cy="121429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043" y="6107540"/>
              <a:ext cx="13047629" cy="12142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1629714" y="7362230"/>
            <a:ext cx="1159771" cy="581652"/>
            <a:chOff x="11629714" y="7362230"/>
            <a:chExt cx="1159771" cy="581652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9714" y="7362230"/>
              <a:ext cx="1159771" cy="58165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3175397" y="9423016"/>
            <a:ext cx="1246032" cy="384127"/>
            <a:chOff x="13175397" y="9423016"/>
            <a:chExt cx="1246032" cy="38412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-5400000">
              <a:off x="13175397" y="9423016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3927778" y="9430952"/>
            <a:ext cx="1246032" cy="384127"/>
            <a:chOff x="13927778" y="9430952"/>
            <a:chExt cx="1246032" cy="384127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-5400000">
              <a:off x="13927778" y="9430952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4687778" y="9438571"/>
            <a:ext cx="1246032" cy="384127"/>
            <a:chOff x="14687778" y="9438571"/>
            <a:chExt cx="1246032" cy="384127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-5400000">
              <a:off x="14687778" y="9438571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5458254" y="9436032"/>
            <a:ext cx="1246032" cy="384127"/>
            <a:chOff x="15458254" y="9436032"/>
            <a:chExt cx="1246032" cy="384127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-5400000">
              <a:off x="15458254" y="9436032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6210635" y="9434444"/>
            <a:ext cx="1246032" cy="384127"/>
            <a:chOff x="16210635" y="9434444"/>
            <a:chExt cx="1246032" cy="384127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-5400000">
              <a:off x="16210635" y="9434444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1769146" y="2364539"/>
            <a:ext cx="4961708" cy="121429"/>
            <a:chOff x="11769146" y="2364539"/>
            <a:chExt cx="4961708" cy="121429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5400000">
              <a:off x="11769146" y="2364539"/>
              <a:ext cx="4961708" cy="121429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3868272" y="2420463"/>
            <a:ext cx="4961708" cy="121429"/>
            <a:chOff x="13868272" y="2420463"/>
            <a:chExt cx="4961708" cy="121429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5400000">
              <a:off x="13868272" y="2420463"/>
              <a:ext cx="4961708" cy="121429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5869911" y="5993143"/>
            <a:ext cx="1780882" cy="2227885"/>
            <a:chOff x="15869911" y="5993143"/>
            <a:chExt cx="1780882" cy="2227885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69911" y="5993143"/>
              <a:ext cx="1780882" cy="2227885"/>
            </a:xfrm>
            <a:prstGeom prst="rect">
              <a:avLst/>
            </a:prstGeom>
          </p:spPr>
        </p:pic>
      </p:grpSp>
      <p:pic>
        <p:nvPicPr>
          <p:cNvPr id="60" name="Object 59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49037" y="2465819"/>
            <a:ext cx="11311916" cy="2545783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89189" y="1457409"/>
            <a:ext cx="4847878" cy="1475021"/>
          </a:xfrm>
          <a:prstGeom prst="rect">
            <a:avLst/>
          </a:prstGeom>
        </p:spPr>
      </p:pic>
      <p:pic>
        <p:nvPicPr>
          <p:cNvPr id="62" name="Object 61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419816" y="7383850"/>
            <a:ext cx="2542694" cy="646094"/>
          </a:xfrm>
          <a:prstGeom prst="rect">
            <a:avLst/>
          </a:prstGeom>
        </p:spPr>
      </p:pic>
      <p:grpSp>
        <p:nvGrpSpPr>
          <p:cNvPr id="1020" name="그룹 1020"/>
          <p:cNvGrpSpPr/>
          <p:nvPr/>
        </p:nvGrpSpPr>
        <p:grpSpPr>
          <a:xfrm>
            <a:off x="12364286" y="5019841"/>
            <a:ext cx="10309524" cy="269841"/>
            <a:chOff x="12364286" y="5019841"/>
            <a:chExt cx="10309524" cy="269841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 rot="-5400000">
              <a:off x="12364286" y="5019841"/>
              <a:ext cx="10309524" cy="269841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13015873" y="3673512"/>
            <a:ext cx="1780882" cy="2227885"/>
            <a:chOff x="13015873" y="3673512"/>
            <a:chExt cx="1780882" cy="2227885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10800000">
              <a:off x="13015873" y="3673512"/>
              <a:ext cx="1780882" cy="2227885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0570635" y="2416667"/>
            <a:ext cx="5103175" cy="269841"/>
            <a:chOff x="10570635" y="2416667"/>
            <a:chExt cx="5103175" cy="269841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 rot="-5400000">
              <a:off x="10570635" y="2416667"/>
              <a:ext cx="5103175" cy="269841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0" y="5020347"/>
            <a:ext cx="13247619" cy="269841"/>
            <a:chOff x="0" y="5020347"/>
            <a:chExt cx="13247619" cy="269841"/>
          </a:xfrm>
        </p:grpSpPr>
        <p:pic>
          <p:nvPicPr>
            <p:cNvPr id="73" name="Object 72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0" y="5020347"/>
              <a:ext cx="13247619" cy="269841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12580316" y="9165079"/>
            <a:ext cx="435557" cy="1596383"/>
            <a:chOff x="12580316" y="9165079"/>
            <a:chExt cx="435557" cy="1596383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580316" y="9165079"/>
              <a:ext cx="435557" cy="1596383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11929704" y="7105287"/>
            <a:ext cx="1780882" cy="2338703"/>
            <a:chOff x="11929704" y="7105287"/>
            <a:chExt cx="1780882" cy="2338703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 rot="5400000">
              <a:off x="11929704" y="7105287"/>
              <a:ext cx="1780882" cy="2338703"/>
            </a:xfrm>
            <a:prstGeom prst="rect">
              <a:avLst/>
            </a:prstGeom>
          </p:spPr>
        </p:pic>
      </p:grpSp>
      <p:pic>
        <p:nvPicPr>
          <p:cNvPr id="81" name="Object 80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3461747" y="4557944"/>
            <a:ext cx="3719732" cy="941256"/>
          </a:xfrm>
          <a:prstGeom prst="rect">
            <a:avLst/>
          </a:prstGeom>
        </p:spPr>
      </p:pic>
      <p:pic>
        <p:nvPicPr>
          <p:cNvPr id="82" name="Object 81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8721471" y="9392528"/>
            <a:ext cx="3973694" cy="646094"/>
          </a:xfrm>
          <a:prstGeom prst="rect">
            <a:avLst/>
          </a:prstGeom>
        </p:spPr>
      </p:pic>
      <p:pic>
        <p:nvPicPr>
          <p:cNvPr id="83" name="Object 82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3216386" y="7461868"/>
            <a:ext cx="4271408" cy="941256"/>
          </a:xfrm>
          <a:prstGeom prst="rect">
            <a:avLst/>
          </a:prstGeom>
        </p:spPr>
      </p:pic>
      <p:grpSp>
        <p:nvGrpSpPr>
          <p:cNvPr id="1026" name="그룹 1026"/>
          <p:cNvGrpSpPr/>
          <p:nvPr/>
        </p:nvGrpSpPr>
        <p:grpSpPr>
          <a:xfrm>
            <a:off x="0" y="8895238"/>
            <a:ext cx="13247619" cy="269841"/>
            <a:chOff x="0" y="8895238"/>
            <a:chExt cx="13247619" cy="269841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0" y="8895238"/>
              <a:ext cx="13247619" cy="269841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11629714" y="8233730"/>
            <a:ext cx="1159771" cy="581652"/>
            <a:chOff x="11629714" y="8233730"/>
            <a:chExt cx="1159771" cy="581652"/>
          </a:xfrm>
        </p:grpSpPr>
        <p:pic>
          <p:nvPicPr>
            <p:cNvPr id="88" name="Object 8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9714" y="8233730"/>
              <a:ext cx="1159771" cy="581652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11826143" y="7266991"/>
            <a:ext cx="766915" cy="766915"/>
            <a:chOff x="11826143" y="7266991"/>
            <a:chExt cx="766915" cy="766915"/>
          </a:xfrm>
        </p:grpSpPr>
        <p:pic>
          <p:nvPicPr>
            <p:cNvPr id="91" name="Object 90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 rot="5400000">
              <a:off x="11826143" y="7266991"/>
              <a:ext cx="766915" cy="766915"/>
            </a:xfrm>
            <a:prstGeom prst="rect">
              <a:avLst/>
            </a:prstGeom>
          </p:spPr>
        </p:pic>
      </p:grpSp>
      <p:pic>
        <p:nvPicPr>
          <p:cNvPr id="93" name="Object 9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419816" y="8255351"/>
            <a:ext cx="2542694" cy="646094"/>
          </a:xfrm>
          <a:prstGeom prst="rect">
            <a:avLst/>
          </a:prstGeom>
        </p:spPr>
      </p:pic>
      <p:grpSp>
        <p:nvGrpSpPr>
          <p:cNvPr id="3" name="그룹 1029">
            <a:extLst>
              <a:ext uri="{FF2B5EF4-FFF2-40B4-BE49-F238E27FC236}">
                <a16:creationId xmlns:a16="http://schemas.microsoft.com/office/drawing/2014/main" id="{803D2735-526B-9375-EF3F-72734BB75D53}"/>
              </a:ext>
            </a:extLst>
          </p:cNvPr>
          <p:cNvGrpSpPr/>
          <p:nvPr/>
        </p:nvGrpSpPr>
        <p:grpSpPr>
          <a:xfrm>
            <a:off x="13530159" y="5223521"/>
            <a:ext cx="1000000" cy="1000000"/>
            <a:chOff x="13530159" y="5223521"/>
            <a:chExt cx="1000000" cy="1000000"/>
          </a:xfrm>
        </p:grpSpPr>
        <p:pic>
          <p:nvPicPr>
            <p:cNvPr id="5" name="Object 93">
              <a:extLst>
                <a:ext uri="{FF2B5EF4-FFF2-40B4-BE49-F238E27FC236}">
                  <a16:creationId xmlns:a16="http://schemas.microsoft.com/office/drawing/2014/main" id="{C5E49BC9-3BFD-8F4C-F061-8A9EDEF81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 rot="10800000">
              <a:off x="13530159" y="5223521"/>
              <a:ext cx="1000000" cy="1000000"/>
            </a:xfrm>
            <a:prstGeom prst="rect">
              <a:avLst/>
            </a:prstGeom>
          </p:spPr>
        </p:pic>
      </p:grpSp>
      <p:grpSp>
        <p:nvGrpSpPr>
          <p:cNvPr id="6" name="그룹 1030">
            <a:extLst>
              <a:ext uri="{FF2B5EF4-FFF2-40B4-BE49-F238E27FC236}">
                <a16:creationId xmlns:a16="http://schemas.microsoft.com/office/drawing/2014/main" id="{E7B7AB2C-3691-8310-AD76-5BE4B5C9F652}"/>
              </a:ext>
            </a:extLst>
          </p:cNvPr>
          <p:cNvGrpSpPr/>
          <p:nvPr/>
        </p:nvGrpSpPr>
        <p:grpSpPr>
          <a:xfrm>
            <a:off x="16138413" y="5717857"/>
            <a:ext cx="1000000" cy="1000000"/>
            <a:chOff x="16138413" y="5717857"/>
            <a:chExt cx="1000000" cy="1000000"/>
          </a:xfrm>
        </p:grpSpPr>
        <p:pic>
          <p:nvPicPr>
            <p:cNvPr id="8" name="Object 96">
              <a:extLst>
                <a:ext uri="{FF2B5EF4-FFF2-40B4-BE49-F238E27FC236}">
                  <a16:creationId xmlns:a16="http://schemas.microsoft.com/office/drawing/2014/main" id="{F12F556B-3147-7F34-CFDC-4B9B48A57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 rot="10800000">
              <a:off x="16138413" y="5717857"/>
              <a:ext cx="1000000" cy="1000000"/>
            </a:xfrm>
            <a:prstGeom prst="rect">
              <a:avLst/>
            </a:prstGeom>
          </p:spPr>
        </p:pic>
      </p:grpSp>
      <p:grpSp>
        <p:nvGrpSpPr>
          <p:cNvPr id="9" name="그룹 1031">
            <a:extLst>
              <a:ext uri="{FF2B5EF4-FFF2-40B4-BE49-F238E27FC236}">
                <a16:creationId xmlns:a16="http://schemas.microsoft.com/office/drawing/2014/main" id="{EADFCDFC-DF5F-3223-0095-535CBED571EA}"/>
              </a:ext>
            </a:extLst>
          </p:cNvPr>
          <p:cNvGrpSpPr/>
          <p:nvPr/>
        </p:nvGrpSpPr>
        <p:grpSpPr>
          <a:xfrm>
            <a:off x="13265080" y="7064142"/>
            <a:ext cx="1000000" cy="1000000"/>
            <a:chOff x="13265080" y="7064142"/>
            <a:chExt cx="1000000" cy="1000000"/>
          </a:xfrm>
        </p:grpSpPr>
        <p:pic>
          <p:nvPicPr>
            <p:cNvPr id="11" name="Object 99">
              <a:extLst>
                <a:ext uri="{FF2B5EF4-FFF2-40B4-BE49-F238E27FC236}">
                  <a16:creationId xmlns:a16="http://schemas.microsoft.com/office/drawing/2014/main" id="{2D54848A-8F8E-D61B-BC2D-81B5CC7DA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 rot="10800000">
              <a:off x="13265080" y="7064142"/>
              <a:ext cx="1000000" cy="1000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1071" y="188911"/>
            <a:ext cx="5229218" cy="1734828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2494" y="1357652"/>
            <a:ext cx="4452002" cy="105756"/>
            <a:chOff x="492494" y="1357652"/>
            <a:chExt cx="4452002" cy="105756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494" y="1357652"/>
              <a:ext cx="4452002" cy="10575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828571" y="4177784"/>
            <a:ext cx="6171429" cy="1006343"/>
            <a:chOff x="9828571" y="4177784"/>
            <a:chExt cx="6171429" cy="1006343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8571" y="4177784"/>
              <a:ext cx="6171429" cy="100634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422999" y="2034942"/>
            <a:ext cx="6171429" cy="1146241"/>
            <a:chOff x="2422999" y="2034942"/>
            <a:chExt cx="6171429" cy="114624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2999" y="2034942"/>
              <a:ext cx="6171429" cy="114624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839667" y="2121942"/>
            <a:ext cx="6171429" cy="1657515"/>
            <a:chOff x="9839667" y="2121942"/>
            <a:chExt cx="6171429" cy="1657515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9667" y="2121942"/>
              <a:ext cx="6171429" cy="165751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407126" y="3409641"/>
            <a:ext cx="6171429" cy="784016"/>
            <a:chOff x="2407126" y="3409641"/>
            <a:chExt cx="6171429" cy="784016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7126" y="3409641"/>
              <a:ext cx="6171429" cy="78401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2422999" y="4601590"/>
            <a:ext cx="6171429" cy="512040"/>
            <a:chOff x="2422999" y="4601590"/>
            <a:chExt cx="6171429" cy="512040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22999" y="4601590"/>
              <a:ext cx="6171429" cy="512040"/>
            </a:xfrm>
            <a:prstGeom prst="rect">
              <a:avLst/>
            </a:prstGeom>
          </p:spPr>
        </p:pic>
      </p:grpSp>
      <p:pic>
        <p:nvPicPr>
          <p:cNvPr id="3" name="Object 20">
            <a:extLst>
              <a:ext uri="{FF2B5EF4-FFF2-40B4-BE49-F238E27FC236}">
                <a16:creationId xmlns:a16="http://schemas.microsoft.com/office/drawing/2014/main" id="{74847236-4C32-3E1A-F5B0-A165F45975CB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414765" y="5601041"/>
            <a:ext cx="7648173" cy="1132164"/>
          </a:xfrm>
          <a:prstGeom prst="rect">
            <a:avLst/>
          </a:prstGeom>
        </p:spPr>
      </p:pic>
      <p:pic>
        <p:nvPicPr>
          <p:cNvPr id="5" name="Object 21">
            <a:extLst>
              <a:ext uri="{FF2B5EF4-FFF2-40B4-BE49-F238E27FC236}">
                <a16:creationId xmlns:a16="http://schemas.microsoft.com/office/drawing/2014/main" id="{21EE47C2-DD79-A46C-313F-DC2F63F42689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492369" y="8497811"/>
            <a:ext cx="9561821" cy="1123554"/>
          </a:xfrm>
          <a:prstGeom prst="rect">
            <a:avLst/>
          </a:prstGeom>
        </p:spPr>
      </p:pic>
      <p:pic>
        <p:nvPicPr>
          <p:cNvPr id="6" name="Object 22">
            <a:extLst>
              <a:ext uri="{FF2B5EF4-FFF2-40B4-BE49-F238E27FC236}">
                <a16:creationId xmlns:a16="http://schemas.microsoft.com/office/drawing/2014/main" id="{3F04B325-82D5-50B5-ACC3-468CF8AB01E9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385604" y="6544590"/>
            <a:ext cx="9546144" cy="1637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7216" y="4087959"/>
            <a:ext cx="17545354" cy="310163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5109" y="138806"/>
            <a:ext cx="3154275" cy="17754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2494" y="1357652"/>
            <a:ext cx="2403999" cy="105756"/>
            <a:chOff x="492494" y="1357652"/>
            <a:chExt cx="2403999" cy="105756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494" y="1357652"/>
              <a:ext cx="2403999" cy="10575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5109" y="138806"/>
            <a:ext cx="3134390" cy="178634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2494" y="1357652"/>
            <a:ext cx="2403999" cy="105756"/>
            <a:chOff x="492494" y="1357652"/>
            <a:chExt cx="2403999" cy="105756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494" y="1357652"/>
              <a:ext cx="2403999" cy="10575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80265" y="2087239"/>
            <a:ext cx="17125184" cy="7550841"/>
            <a:chOff x="580265" y="2087239"/>
            <a:chExt cx="17125184" cy="7550841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265" y="2087239"/>
              <a:ext cx="17125184" cy="755084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19361" y="2764378"/>
            <a:ext cx="3386661" cy="2226729"/>
            <a:chOff x="1646875" y="2764378"/>
            <a:chExt cx="3386661" cy="2226729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6875" y="2764378"/>
              <a:ext cx="3386661" cy="222672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88990" y="2764378"/>
            <a:ext cx="2361294" cy="2361294"/>
            <a:chOff x="5316504" y="2764378"/>
            <a:chExt cx="2361294" cy="2361294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6504" y="2764378"/>
              <a:ext cx="2361294" cy="236129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076393" y="6574165"/>
            <a:ext cx="1380883" cy="1380883"/>
            <a:chOff x="4076393" y="6574165"/>
            <a:chExt cx="1380883" cy="1380883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76393" y="6574165"/>
              <a:ext cx="1380883" cy="138088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459398" y="5996747"/>
            <a:ext cx="2398112" cy="2398112"/>
            <a:chOff x="11459398" y="5996747"/>
            <a:chExt cx="2398112" cy="2398112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59398" y="5996747"/>
              <a:ext cx="2398112" cy="2398112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4272068" y="2954314"/>
            <a:ext cx="1831609" cy="1831609"/>
            <a:chOff x="14599582" y="2954314"/>
            <a:chExt cx="1831609" cy="1831609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99582" y="2954314"/>
              <a:ext cx="1831609" cy="183160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0887613" y="2869140"/>
            <a:ext cx="2424454" cy="1816000"/>
            <a:chOff x="11215127" y="2869140"/>
            <a:chExt cx="2424454" cy="1816000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15127" y="2869140"/>
              <a:ext cx="2424454" cy="181600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599256" y="6507499"/>
            <a:ext cx="1399282" cy="1399282"/>
            <a:chOff x="1599256" y="6507499"/>
            <a:chExt cx="1399282" cy="1399282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99256" y="6507499"/>
              <a:ext cx="1399282" cy="139928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8728141" y="6574165"/>
            <a:ext cx="1536568" cy="1536568"/>
            <a:chOff x="8728141" y="6574165"/>
            <a:chExt cx="1536568" cy="1536568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28141" y="6574165"/>
              <a:ext cx="1536568" cy="1536568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5043048" y="6222543"/>
            <a:ext cx="1671218" cy="1927471"/>
            <a:chOff x="15043048" y="6222543"/>
            <a:chExt cx="1671218" cy="1927471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043048" y="6222543"/>
              <a:ext cx="1671218" cy="1927471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6306980" y="6574165"/>
            <a:ext cx="1419608" cy="1419608"/>
            <a:chOff x="6306980" y="6574165"/>
            <a:chExt cx="1419608" cy="1419608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06980" y="6574165"/>
              <a:ext cx="1419608" cy="1419608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8094619" y="3151862"/>
            <a:ext cx="1766386" cy="1766386"/>
            <a:chOff x="8422133" y="3151862"/>
            <a:chExt cx="1766386" cy="1766386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22133" y="3151862"/>
              <a:ext cx="1766386" cy="1766386"/>
            </a:xfrm>
            <a:prstGeom prst="rect">
              <a:avLst/>
            </a:prstGeom>
          </p:spPr>
        </p:pic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729819" y="4848572"/>
            <a:ext cx="2778404" cy="1061195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579220" y="4787987"/>
            <a:ext cx="1444052" cy="1093223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191865" y="8188689"/>
            <a:ext cx="1342195" cy="107105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4106838" y="8182346"/>
            <a:ext cx="3302994" cy="1091261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1256162" y="8179194"/>
            <a:ext cx="2973804" cy="1068661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3644920" y="4821753"/>
            <a:ext cx="3119080" cy="1072633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0016495" y="4796474"/>
            <a:ext cx="3674794" cy="1107909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440674" y="8177024"/>
            <a:ext cx="2025260" cy="1069470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7852249" y="8177247"/>
            <a:ext cx="3228890" cy="1090080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6523311" y="8143165"/>
            <a:ext cx="1262604" cy="1090080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7440596" y="4825353"/>
            <a:ext cx="3040595" cy="1069471"/>
          </a:xfrm>
          <a:prstGeom prst="rect">
            <a:avLst/>
          </a:prstGeom>
        </p:spPr>
      </p:pic>
      <p:pic>
        <p:nvPicPr>
          <p:cNvPr id="3" name="Object 52">
            <a:extLst>
              <a:ext uri="{FF2B5EF4-FFF2-40B4-BE49-F238E27FC236}">
                <a16:creationId xmlns:a16="http://schemas.microsoft.com/office/drawing/2014/main" id="{449AF659-A367-88D3-2090-5B5716C440D4}"/>
              </a:ext>
            </a:extLst>
          </p:cNvPr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2715544" y="611303"/>
            <a:ext cx="2053976" cy="1516471"/>
          </a:xfrm>
          <a:prstGeom prst="rect">
            <a:avLst/>
          </a:prstGeom>
        </p:spPr>
      </p:pic>
      <p:pic>
        <p:nvPicPr>
          <p:cNvPr id="5" name="Object 53">
            <a:extLst>
              <a:ext uri="{FF2B5EF4-FFF2-40B4-BE49-F238E27FC236}">
                <a16:creationId xmlns:a16="http://schemas.microsoft.com/office/drawing/2014/main" id="{927C5D75-ED80-402B-0979-7BA832CB234D}"/>
              </a:ext>
            </a:extLst>
          </p:cNvPr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4126449" y="610646"/>
            <a:ext cx="4124338" cy="1552566"/>
          </a:xfrm>
          <a:prstGeom prst="rect">
            <a:avLst/>
          </a:prstGeom>
        </p:spPr>
      </p:pic>
      <p:pic>
        <p:nvPicPr>
          <p:cNvPr id="6" name="Object 54">
            <a:extLst>
              <a:ext uri="{FF2B5EF4-FFF2-40B4-BE49-F238E27FC236}">
                <a16:creationId xmlns:a16="http://schemas.microsoft.com/office/drawing/2014/main" id="{F67341BB-07D3-3ACE-0AFE-9AB1D86E1B19}"/>
              </a:ext>
            </a:extLst>
          </p:cNvPr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12723538" y="135818"/>
            <a:ext cx="3053128" cy="789099"/>
          </a:xfrm>
          <a:prstGeom prst="rect">
            <a:avLst/>
          </a:prstGeom>
        </p:spPr>
      </p:pic>
      <p:pic>
        <p:nvPicPr>
          <p:cNvPr id="8" name="Object 55">
            <a:extLst>
              <a:ext uri="{FF2B5EF4-FFF2-40B4-BE49-F238E27FC236}">
                <a16:creationId xmlns:a16="http://schemas.microsoft.com/office/drawing/2014/main" id="{431CA67E-C329-351D-E57D-4EB1B63FFFE4}"/>
              </a:ext>
            </a:extLst>
          </p:cNvPr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15379401" y="131710"/>
            <a:ext cx="2620976" cy="7890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90655" y="1669019"/>
            <a:ext cx="1780882" cy="2338703"/>
            <a:chOff x="13190655" y="1669019"/>
            <a:chExt cx="1780882" cy="233870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21600000">
              <a:off x="13190655" y="1669019"/>
              <a:ext cx="1780882" cy="233870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033" y="182425"/>
            <a:ext cx="3723618" cy="175235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492494" y="1357652"/>
            <a:ext cx="2939262" cy="105756"/>
            <a:chOff x="492494" y="1357652"/>
            <a:chExt cx="2939262" cy="10575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494" y="1357652"/>
              <a:ext cx="2939262" cy="1057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781674" y="7168832"/>
            <a:ext cx="2647763" cy="3605050"/>
            <a:chOff x="11781674" y="7168832"/>
            <a:chExt cx="2647763" cy="3605050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16200000">
              <a:off x="11781674" y="7168832"/>
              <a:ext cx="2647763" cy="360505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380952" y="3456999"/>
            <a:ext cx="10904762" cy="4368254"/>
            <a:chOff x="7380952" y="3456999"/>
            <a:chExt cx="10904762" cy="4368254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7380952" y="3456999"/>
              <a:ext cx="10904762" cy="436825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4893795" y="7593507"/>
            <a:ext cx="3391919" cy="269841"/>
            <a:chOff x="14893795" y="7593507"/>
            <a:chExt cx="3391919" cy="26984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0800000">
              <a:off x="14893795" y="7593507"/>
              <a:ext cx="3391919" cy="26984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077922" y="7590332"/>
            <a:ext cx="1841270" cy="384127"/>
            <a:chOff x="13077922" y="7590332"/>
            <a:chExt cx="1841270" cy="384127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10800000">
              <a:off x="13077922" y="7590332"/>
              <a:ext cx="1841270" cy="38412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074459" y="6364935"/>
            <a:ext cx="2053968" cy="384127"/>
            <a:chOff x="10074459" y="6364935"/>
            <a:chExt cx="2053968" cy="38412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5400000">
              <a:off x="10074459" y="6364935"/>
              <a:ext cx="2053968" cy="38412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0909524" y="9258333"/>
            <a:ext cx="2523810" cy="121429"/>
            <a:chOff x="10909524" y="9258333"/>
            <a:chExt cx="2523810" cy="121429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5400000">
              <a:off x="10909524" y="9258333"/>
              <a:ext cx="2523810" cy="12142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3086012" y="8340700"/>
            <a:ext cx="1159771" cy="581652"/>
            <a:chOff x="13086012" y="8340700"/>
            <a:chExt cx="1159771" cy="581652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16200000">
              <a:off x="13086012" y="8340700"/>
              <a:ext cx="1159771" cy="581652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5004906" y="6850650"/>
            <a:ext cx="1246032" cy="384127"/>
            <a:chOff x="15004906" y="6850650"/>
            <a:chExt cx="1246032" cy="384127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10800000">
              <a:off x="15004906" y="6850650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5012842" y="6098269"/>
            <a:ext cx="1246032" cy="384127"/>
            <a:chOff x="15012842" y="6098269"/>
            <a:chExt cx="1246032" cy="38412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10800000">
              <a:off x="15012842" y="6098269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020461" y="5338269"/>
            <a:ext cx="1246032" cy="384127"/>
            <a:chOff x="15020461" y="5338269"/>
            <a:chExt cx="1246032" cy="384127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10800000">
              <a:off x="15020461" y="5338269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7444433" y="6509055"/>
            <a:ext cx="3474482" cy="121429"/>
            <a:chOff x="7444433" y="6509055"/>
            <a:chExt cx="3474482" cy="121429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0800000">
              <a:off x="7444433" y="6509055"/>
              <a:ext cx="3474482" cy="121429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9909856" y="5830393"/>
            <a:ext cx="1780882" cy="2227885"/>
            <a:chOff x="9909856" y="5830393"/>
            <a:chExt cx="1780882" cy="2227885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5400000">
              <a:off x="9909856" y="5830393"/>
              <a:ext cx="1780882" cy="2227885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7396825" y="7583983"/>
            <a:ext cx="3719192" cy="269841"/>
            <a:chOff x="7396825" y="7583983"/>
            <a:chExt cx="3719192" cy="269841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10800000">
              <a:off x="7396825" y="7583983"/>
              <a:ext cx="3719192" cy="269841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9415729" y="9188889"/>
            <a:ext cx="3504762" cy="269841"/>
            <a:chOff x="9415729" y="9188889"/>
            <a:chExt cx="3504762" cy="269841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16200000">
              <a:off x="9415729" y="9188889"/>
              <a:ext cx="3504762" cy="269841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6257690" y="6190775"/>
            <a:ext cx="435557" cy="1596383"/>
            <a:chOff x="16257690" y="6190775"/>
            <a:chExt cx="435557" cy="1596383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57690" y="6190775"/>
              <a:ext cx="435557" cy="1596383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3679581" y="8838023"/>
            <a:ext cx="2726840" cy="269841"/>
            <a:chOff x="13679581" y="8838023"/>
            <a:chExt cx="2726840" cy="269841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 rot="16200000">
              <a:off x="13679581" y="8838023"/>
              <a:ext cx="2726840" cy="269841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3957512" y="8340700"/>
            <a:ext cx="1159771" cy="581652"/>
            <a:chOff x="13957512" y="8340700"/>
            <a:chExt cx="1159771" cy="581652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16200000">
              <a:off x="13957512" y="8340700"/>
              <a:ext cx="1159771" cy="581652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3806224" y="2924120"/>
            <a:ext cx="1780882" cy="2338703"/>
            <a:chOff x="13806224" y="2924120"/>
            <a:chExt cx="1780882" cy="2338703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5400000">
              <a:off x="13806224" y="2924120"/>
              <a:ext cx="1780882" cy="2338703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7380952" y="3196681"/>
            <a:ext cx="10980952" cy="269841"/>
            <a:chOff x="7380952" y="3196681"/>
            <a:chExt cx="10980952" cy="269841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10800000">
              <a:off x="7380952" y="3196681"/>
              <a:ext cx="10980952" cy="269841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5017604" y="4599786"/>
            <a:ext cx="1246032" cy="384127"/>
            <a:chOff x="15017604" y="4599786"/>
            <a:chExt cx="1246032" cy="384127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10800000">
              <a:off x="15017604" y="4599786"/>
              <a:ext cx="1246032" cy="384127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5025541" y="3847405"/>
            <a:ext cx="1246032" cy="384127"/>
            <a:chOff x="15025541" y="3847405"/>
            <a:chExt cx="1246032" cy="384127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10800000">
              <a:off x="15025541" y="3847405"/>
              <a:ext cx="1246032" cy="384127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16263636" y="1725695"/>
            <a:ext cx="435557" cy="1596383"/>
            <a:chOff x="16263636" y="1725695"/>
            <a:chExt cx="435557" cy="1596383"/>
          </a:xfrm>
        </p:grpSpPr>
        <p:pic>
          <p:nvPicPr>
            <p:cNvPr id="73" name="Object 72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63636" y="1725695"/>
              <a:ext cx="435557" cy="1596383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15769764" y="4291919"/>
            <a:ext cx="2053968" cy="384127"/>
            <a:chOff x="15769764" y="4291919"/>
            <a:chExt cx="2053968" cy="384127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16200000">
              <a:off x="15769764" y="4291919"/>
              <a:ext cx="2053968" cy="384127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7428533" y="4466758"/>
            <a:ext cx="3490547" cy="121429"/>
            <a:chOff x="7428533" y="4466758"/>
            <a:chExt cx="3490547" cy="121429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 rot="-10800000">
              <a:off x="7428533" y="4466758"/>
              <a:ext cx="3490547" cy="121429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16684560" y="4443056"/>
            <a:ext cx="3202310" cy="121429"/>
            <a:chOff x="16684560" y="4443056"/>
            <a:chExt cx="3202310" cy="121429"/>
          </a:xfrm>
        </p:grpSpPr>
        <p:pic>
          <p:nvPicPr>
            <p:cNvPr id="82" name="Object 81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 rot="-10800000">
              <a:off x="16684560" y="4443056"/>
              <a:ext cx="3202310" cy="121429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17112740" y="6449134"/>
            <a:ext cx="1858703" cy="121429"/>
            <a:chOff x="17112740" y="6449134"/>
            <a:chExt cx="1858703" cy="121429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 rot="10800000">
              <a:off x="17112740" y="6449134"/>
              <a:ext cx="1858703" cy="121429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7396825" y="5525253"/>
            <a:ext cx="3893795" cy="183802"/>
            <a:chOff x="7396825" y="5525253"/>
            <a:chExt cx="3893795" cy="183802"/>
          </a:xfrm>
        </p:grpSpPr>
        <p:pic>
          <p:nvPicPr>
            <p:cNvPr id="88" name="Object 87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10800000">
              <a:off x="7396825" y="5525253"/>
              <a:ext cx="3893795" cy="183802"/>
            </a:xfrm>
            <a:prstGeom prst="rect">
              <a:avLst/>
            </a:prstGeom>
          </p:spPr>
        </p:pic>
      </p:grpSp>
      <p:grpSp>
        <p:nvGrpSpPr>
          <p:cNvPr id="1030" name="그룹 1030"/>
          <p:cNvGrpSpPr/>
          <p:nvPr/>
        </p:nvGrpSpPr>
        <p:grpSpPr>
          <a:xfrm>
            <a:off x="16598047" y="5331927"/>
            <a:ext cx="1687667" cy="183802"/>
            <a:chOff x="16598047" y="5331927"/>
            <a:chExt cx="1687667" cy="183802"/>
          </a:xfrm>
        </p:grpSpPr>
        <p:pic>
          <p:nvPicPr>
            <p:cNvPr id="91" name="Object 90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 rot="21600000">
              <a:off x="16598047" y="5331927"/>
              <a:ext cx="1687667" cy="183802"/>
            </a:xfrm>
            <a:prstGeom prst="rect">
              <a:avLst/>
            </a:prstGeom>
          </p:spPr>
        </p:pic>
      </p:grpSp>
      <p:grpSp>
        <p:nvGrpSpPr>
          <p:cNvPr id="1031" name="그룹 1031"/>
          <p:cNvGrpSpPr/>
          <p:nvPr/>
        </p:nvGrpSpPr>
        <p:grpSpPr>
          <a:xfrm>
            <a:off x="11797457" y="8850956"/>
            <a:ext cx="2742857" cy="183802"/>
            <a:chOff x="11797457" y="8850956"/>
            <a:chExt cx="2742857" cy="183802"/>
          </a:xfrm>
        </p:grpSpPr>
        <p:pic>
          <p:nvPicPr>
            <p:cNvPr id="94" name="Object 93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16200000">
              <a:off x="11797457" y="8850956"/>
              <a:ext cx="2742857" cy="183802"/>
            </a:xfrm>
            <a:prstGeom prst="rect">
              <a:avLst/>
            </a:prstGeom>
          </p:spPr>
        </p:pic>
      </p:grpSp>
      <p:grpSp>
        <p:nvGrpSpPr>
          <p:cNvPr id="1032" name="그룹 1032"/>
          <p:cNvGrpSpPr/>
          <p:nvPr/>
        </p:nvGrpSpPr>
        <p:grpSpPr>
          <a:xfrm>
            <a:off x="13282439" y="10431672"/>
            <a:ext cx="766915" cy="766915"/>
            <a:chOff x="13288785" y="8280704"/>
            <a:chExt cx="766915" cy="766915"/>
          </a:xfrm>
        </p:grpSpPr>
        <p:pic>
          <p:nvPicPr>
            <p:cNvPr id="97" name="Object 96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288785" y="8280704"/>
              <a:ext cx="766915" cy="766915"/>
            </a:xfrm>
            <a:prstGeom prst="rect">
              <a:avLst/>
            </a:prstGeom>
          </p:spPr>
        </p:pic>
      </p:grpSp>
      <p:grpSp>
        <p:nvGrpSpPr>
          <p:cNvPr id="1033" name="그룹 1033"/>
          <p:cNvGrpSpPr/>
          <p:nvPr/>
        </p:nvGrpSpPr>
        <p:grpSpPr>
          <a:xfrm>
            <a:off x="14411288" y="8232969"/>
            <a:ext cx="252221" cy="252221"/>
            <a:chOff x="14411288" y="8232969"/>
            <a:chExt cx="252221" cy="252221"/>
          </a:xfrm>
        </p:grpSpPr>
        <p:pic>
          <p:nvPicPr>
            <p:cNvPr id="100" name="Object 99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411288" y="8232969"/>
              <a:ext cx="252221" cy="252221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14411288" y="8752541"/>
            <a:ext cx="252221" cy="252221"/>
            <a:chOff x="14411288" y="8752541"/>
            <a:chExt cx="252221" cy="252221"/>
          </a:xfrm>
        </p:grpSpPr>
        <p:pic>
          <p:nvPicPr>
            <p:cNvPr id="103" name="Object 102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411288" y="8752541"/>
              <a:ext cx="252221" cy="252221"/>
            </a:xfrm>
            <a:prstGeom prst="rect">
              <a:avLst/>
            </a:prstGeom>
          </p:spPr>
        </p:pic>
      </p:grpSp>
      <p:grpSp>
        <p:nvGrpSpPr>
          <p:cNvPr id="1035" name="그룹 1035"/>
          <p:cNvGrpSpPr/>
          <p:nvPr/>
        </p:nvGrpSpPr>
        <p:grpSpPr>
          <a:xfrm>
            <a:off x="14403723" y="8583151"/>
            <a:ext cx="267351" cy="71429"/>
            <a:chOff x="14403723" y="8583151"/>
            <a:chExt cx="267351" cy="71429"/>
          </a:xfrm>
        </p:grpSpPr>
        <p:pic>
          <p:nvPicPr>
            <p:cNvPr id="106" name="Object 105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 rot="-5400000">
              <a:off x="14403723" y="8583151"/>
              <a:ext cx="267351" cy="71429"/>
            </a:xfrm>
            <a:prstGeom prst="rect">
              <a:avLst/>
            </a:prstGeom>
          </p:spPr>
        </p:pic>
      </p:grpSp>
      <p:grpSp>
        <p:nvGrpSpPr>
          <p:cNvPr id="1036" name="그룹 1036"/>
          <p:cNvGrpSpPr/>
          <p:nvPr/>
        </p:nvGrpSpPr>
        <p:grpSpPr>
          <a:xfrm>
            <a:off x="11866954" y="2168335"/>
            <a:ext cx="2513712" cy="977553"/>
            <a:chOff x="11866954" y="2168335"/>
            <a:chExt cx="2513712" cy="977553"/>
          </a:xfrm>
        </p:grpSpPr>
        <p:pic>
          <p:nvPicPr>
            <p:cNvPr id="109" name="Object 108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866954" y="2168335"/>
              <a:ext cx="2513712" cy="977553"/>
            </a:xfrm>
            <a:prstGeom prst="rect">
              <a:avLst/>
            </a:prstGeom>
          </p:spPr>
        </p:pic>
      </p:grpSp>
      <p:grpSp>
        <p:nvGrpSpPr>
          <p:cNvPr id="1037" name="그룹 1037"/>
          <p:cNvGrpSpPr/>
          <p:nvPr/>
        </p:nvGrpSpPr>
        <p:grpSpPr>
          <a:xfrm>
            <a:off x="2251719" y="8211756"/>
            <a:ext cx="1175644" cy="649206"/>
            <a:chOff x="2251719" y="8211756"/>
            <a:chExt cx="1175644" cy="649206"/>
          </a:xfrm>
        </p:grpSpPr>
        <p:pic>
          <p:nvPicPr>
            <p:cNvPr id="112" name="Object 111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51719" y="8211756"/>
              <a:ext cx="1175644" cy="649206"/>
            </a:xfrm>
            <a:prstGeom prst="rect">
              <a:avLst/>
            </a:prstGeom>
          </p:spPr>
        </p:pic>
      </p:grpSp>
      <p:grpSp>
        <p:nvGrpSpPr>
          <p:cNvPr id="1038" name="그룹 1038"/>
          <p:cNvGrpSpPr/>
          <p:nvPr/>
        </p:nvGrpSpPr>
        <p:grpSpPr>
          <a:xfrm>
            <a:off x="2251719" y="6390327"/>
            <a:ext cx="1159771" cy="581652"/>
            <a:chOff x="2251719" y="6390327"/>
            <a:chExt cx="1159771" cy="581652"/>
          </a:xfrm>
        </p:grpSpPr>
        <p:pic>
          <p:nvPicPr>
            <p:cNvPr id="115" name="Object 11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10800000">
              <a:off x="2251719" y="6390327"/>
              <a:ext cx="1159771" cy="581652"/>
            </a:xfrm>
            <a:prstGeom prst="rect">
              <a:avLst/>
            </a:prstGeom>
          </p:spPr>
        </p:pic>
      </p:grpSp>
      <p:grpSp>
        <p:nvGrpSpPr>
          <p:cNvPr id="1039" name="그룹 1039"/>
          <p:cNvGrpSpPr/>
          <p:nvPr/>
        </p:nvGrpSpPr>
        <p:grpSpPr>
          <a:xfrm>
            <a:off x="2458745" y="9290631"/>
            <a:ext cx="252221" cy="252221"/>
            <a:chOff x="2458745" y="9290631"/>
            <a:chExt cx="252221" cy="252221"/>
          </a:xfrm>
        </p:grpSpPr>
        <p:pic>
          <p:nvPicPr>
            <p:cNvPr id="118" name="Object 117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 rot="-5400000">
              <a:off x="2458745" y="9290631"/>
              <a:ext cx="252221" cy="252221"/>
            </a:xfrm>
            <a:prstGeom prst="rect">
              <a:avLst/>
            </a:prstGeom>
          </p:spPr>
        </p:pic>
      </p:grpSp>
      <p:grpSp>
        <p:nvGrpSpPr>
          <p:cNvPr id="1040" name="그룹 1040"/>
          <p:cNvGrpSpPr/>
          <p:nvPr/>
        </p:nvGrpSpPr>
        <p:grpSpPr>
          <a:xfrm>
            <a:off x="2978317" y="9290631"/>
            <a:ext cx="252221" cy="252221"/>
            <a:chOff x="2978317" y="9290631"/>
            <a:chExt cx="252221" cy="252221"/>
          </a:xfrm>
        </p:grpSpPr>
        <p:pic>
          <p:nvPicPr>
            <p:cNvPr id="121" name="Object 120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 rot="-5400000">
              <a:off x="2978317" y="9290631"/>
              <a:ext cx="252221" cy="252221"/>
            </a:xfrm>
            <a:prstGeom prst="rect">
              <a:avLst/>
            </a:prstGeom>
          </p:spPr>
        </p:pic>
      </p:grpSp>
      <p:grpSp>
        <p:nvGrpSpPr>
          <p:cNvPr id="1041" name="그룹 1041"/>
          <p:cNvGrpSpPr/>
          <p:nvPr/>
        </p:nvGrpSpPr>
        <p:grpSpPr>
          <a:xfrm>
            <a:off x="2710966" y="9381027"/>
            <a:ext cx="267351" cy="71429"/>
            <a:chOff x="2710966" y="9381027"/>
            <a:chExt cx="267351" cy="71429"/>
          </a:xfrm>
        </p:grpSpPr>
        <p:pic>
          <p:nvPicPr>
            <p:cNvPr id="124" name="Object 123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 rot="-10800000">
              <a:off x="2710966" y="9381027"/>
              <a:ext cx="267351" cy="71429"/>
            </a:xfrm>
            <a:prstGeom prst="rect">
              <a:avLst/>
            </a:prstGeom>
          </p:spPr>
        </p:pic>
      </p:grpSp>
      <p:grpSp>
        <p:nvGrpSpPr>
          <p:cNvPr id="1042" name="그룹 1042"/>
          <p:cNvGrpSpPr/>
          <p:nvPr/>
        </p:nvGrpSpPr>
        <p:grpSpPr>
          <a:xfrm>
            <a:off x="2490134" y="7105752"/>
            <a:ext cx="683112" cy="924135"/>
            <a:chOff x="2490134" y="7105752"/>
            <a:chExt cx="683112" cy="924135"/>
          </a:xfrm>
        </p:grpSpPr>
        <p:pic>
          <p:nvPicPr>
            <p:cNvPr id="127" name="Object 126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 rot="-5400000">
              <a:off x="2490134" y="7105752"/>
              <a:ext cx="683112" cy="924135"/>
            </a:xfrm>
            <a:prstGeom prst="rect">
              <a:avLst/>
            </a:prstGeom>
          </p:spPr>
        </p:pic>
      </p:grpSp>
      <p:grpSp>
        <p:nvGrpSpPr>
          <p:cNvPr id="1043" name="그룹 1043"/>
          <p:cNvGrpSpPr/>
          <p:nvPr/>
        </p:nvGrpSpPr>
        <p:grpSpPr>
          <a:xfrm>
            <a:off x="12793739" y="9234326"/>
            <a:ext cx="2621990" cy="121429"/>
            <a:chOff x="12793739" y="9234326"/>
            <a:chExt cx="2621990" cy="121429"/>
          </a:xfrm>
        </p:grpSpPr>
        <p:pic>
          <p:nvPicPr>
            <p:cNvPr id="130" name="Object 129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 rot="-5400000">
              <a:off x="12793739" y="9234326"/>
              <a:ext cx="2621990" cy="121429"/>
            </a:xfrm>
            <a:prstGeom prst="rect">
              <a:avLst/>
            </a:prstGeom>
          </p:spPr>
        </p:pic>
      </p:grpSp>
      <p:pic>
        <p:nvPicPr>
          <p:cNvPr id="132" name="Object 131"/>
          <p:cNvPicPr>
            <a:picLocks noChangeAspect="1"/>
          </p:cNvPicPr>
          <p:nvPr/>
        </p:nvPicPr>
        <p:blipFill>
          <a:blip r:embed="rId33" cstate="print"/>
          <a:stretch>
            <a:fillRect/>
          </a:stretch>
        </p:blipFill>
        <p:spPr>
          <a:xfrm>
            <a:off x="11842862" y="2301169"/>
            <a:ext cx="2718012" cy="804907"/>
          </a:xfrm>
          <a:prstGeom prst="rect">
            <a:avLst/>
          </a:prstGeom>
        </p:spPr>
      </p:pic>
      <p:pic>
        <p:nvPicPr>
          <p:cNvPr id="134" name="Object 133"/>
          <p:cNvPicPr>
            <a:picLocks noChangeAspect="1"/>
          </p:cNvPicPr>
          <p:nvPr/>
        </p:nvPicPr>
        <p:blipFill>
          <a:blip r:embed="rId34" cstate="print"/>
          <a:stretch>
            <a:fillRect/>
          </a:stretch>
        </p:blipFill>
        <p:spPr>
          <a:xfrm>
            <a:off x="3707224" y="6330222"/>
            <a:ext cx="1956189" cy="3499503"/>
          </a:xfrm>
          <a:prstGeom prst="rect">
            <a:avLst/>
          </a:prstGeom>
        </p:spPr>
      </p:pic>
      <p:pic>
        <p:nvPicPr>
          <p:cNvPr id="135" name="Object 134"/>
          <p:cNvPicPr>
            <a:picLocks noChangeAspect="1"/>
          </p:cNvPicPr>
          <p:nvPr/>
        </p:nvPicPr>
        <p:blipFill>
          <a:blip r:embed="rId35" cstate="print"/>
          <a:stretch>
            <a:fillRect/>
          </a:stretch>
        </p:blipFill>
        <p:spPr>
          <a:xfrm>
            <a:off x="15908025" y="2526457"/>
            <a:ext cx="3353603" cy="89758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11B6A1E5-B1AF-9876-D2E5-6A28C5F4CC5E}"/>
              </a:ext>
            </a:extLst>
          </p:cNvPr>
          <p:cNvGrpSpPr/>
          <p:nvPr/>
        </p:nvGrpSpPr>
        <p:grpSpPr>
          <a:xfrm>
            <a:off x="11798105" y="5690719"/>
            <a:ext cx="2463838" cy="865019"/>
            <a:chOff x="11873637" y="5668439"/>
            <a:chExt cx="2463838" cy="865019"/>
          </a:xfrm>
        </p:grpSpPr>
        <p:pic>
          <p:nvPicPr>
            <p:cNvPr id="4" name="Object 132">
              <a:extLst>
                <a:ext uri="{FF2B5EF4-FFF2-40B4-BE49-F238E27FC236}">
                  <a16:creationId xmlns:a16="http://schemas.microsoft.com/office/drawing/2014/main" id="{960A1202-B645-87C0-477E-E3B7923F1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 rot="7920000">
              <a:off x="12673046" y="4869030"/>
              <a:ext cx="865019" cy="2463838"/>
            </a:xfrm>
            <a:prstGeom prst="rect">
              <a:avLst/>
            </a:prstGeom>
          </p:spPr>
        </p:pic>
      </p:grpSp>
      <p:grpSp>
        <p:nvGrpSpPr>
          <p:cNvPr id="6" name="그룹 1045">
            <a:extLst>
              <a:ext uri="{FF2B5EF4-FFF2-40B4-BE49-F238E27FC236}">
                <a16:creationId xmlns:a16="http://schemas.microsoft.com/office/drawing/2014/main" id="{31BFD9D1-FB71-45B7-54B7-669BB3DE8C5A}"/>
              </a:ext>
            </a:extLst>
          </p:cNvPr>
          <p:cNvGrpSpPr/>
          <p:nvPr/>
        </p:nvGrpSpPr>
        <p:grpSpPr>
          <a:xfrm>
            <a:off x="13285893" y="3772802"/>
            <a:ext cx="1000000" cy="1000000"/>
            <a:chOff x="13285893" y="3772802"/>
            <a:chExt cx="1000000" cy="1000000"/>
          </a:xfrm>
        </p:grpSpPr>
        <p:pic>
          <p:nvPicPr>
            <p:cNvPr id="8" name="Object 135">
              <a:extLst>
                <a:ext uri="{FF2B5EF4-FFF2-40B4-BE49-F238E27FC236}">
                  <a16:creationId xmlns:a16="http://schemas.microsoft.com/office/drawing/2014/main" id="{7D665D75-D3CE-5819-E70C-4EE92EF64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 rot="10800000">
              <a:off x="13285893" y="3772802"/>
              <a:ext cx="1000000" cy="1000000"/>
            </a:xfrm>
            <a:prstGeom prst="rect">
              <a:avLst/>
            </a:prstGeom>
          </p:spPr>
        </p:pic>
      </p:grpSp>
      <p:grpSp>
        <p:nvGrpSpPr>
          <p:cNvPr id="9" name="그룹 1046">
            <a:extLst>
              <a:ext uri="{FF2B5EF4-FFF2-40B4-BE49-F238E27FC236}">
                <a16:creationId xmlns:a16="http://schemas.microsoft.com/office/drawing/2014/main" id="{33398A30-1F09-7F4F-0193-58AC797087F6}"/>
              </a:ext>
            </a:extLst>
          </p:cNvPr>
          <p:cNvGrpSpPr/>
          <p:nvPr/>
        </p:nvGrpSpPr>
        <p:grpSpPr>
          <a:xfrm>
            <a:off x="11226840" y="6350650"/>
            <a:ext cx="1000000" cy="1000000"/>
            <a:chOff x="11226840" y="6350650"/>
            <a:chExt cx="1000000" cy="1000000"/>
          </a:xfrm>
        </p:grpSpPr>
        <p:pic>
          <p:nvPicPr>
            <p:cNvPr id="11" name="Object 138">
              <a:extLst>
                <a:ext uri="{FF2B5EF4-FFF2-40B4-BE49-F238E27FC236}">
                  <a16:creationId xmlns:a16="http://schemas.microsoft.com/office/drawing/2014/main" id="{D1F909EF-CBA7-354B-EFF0-956BA2442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 rot="10800000">
              <a:off x="11226840" y="6350650"/>
              <a:ext cx="1000000" cy="1000000"/>
            </a:xfrm>
            <a:prstGeom prst="rect">
              <a:avLst/>
            </a:prstGeom>
          </p:spPr>
        </p:pic>
      </p:grpSp>
      <p:grpSp>
        <p:nvGrpSpPr>
          <p:cNvPr id="12" name="그룹 1047">
            <a:extLst>
              <a:ext uri="{FF2B5EF4-FFF2-40B4-BE49-F238E27FC236}">
                <a16:creationId xmlns:a16="http://schemas.microsoft.com/office/drawing/2014/main" id="{7DF06617-C139-10D7-D06E-DEF6ACFA1224}"/>
              </a:ext>
            </a:extLst>
          </p:cNvPr>
          <p:cNvGrpSpPr/>
          <p:nvPr/>
        </p:nvGrpSpPr>
        <p:grpSpPr>
          <a:xfrm>
            <a:off x="14043001" y="8114214"/>
            <a:ext cx="1000000" cy="1000000"/>
            <a:chOff x="14043001" y="8114214"/>
            <a:chExt cx="1000000" cy="1000000"/>
          </a:xfrm>
        </p:grpSpPr>
        <p:pic>
          <p:nvPicPr>
            <p:cNvPr id="14" name="Object 141">
              <a:extLst>
                <a:ext uri="{FF2B5EF4-FFF2-40B4-BE49-F238E27FC236}">
                  <a16:creationId xmlns:a16="http://schemas.microsoft.com/office/drawing/2014/main" id="{A713B9D8-D254-8F08-C09F-0C29FC564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 cstate="print"/>
            <a:stretch>
              <a:fillRect/>
            </a:stretch>
          </p:blipFill>
          <p:spPr>
            <a:xfrm rot="10800000">
              <a:off x="14043001" y="8114214"/>
              <a:ext cx="1000000" cy="1000000"/>
            </a:xfrm>
            <a:prstGeom prst="rect">
              <a:avLst/>
            </a:prstGeom>
          </p:spPr>
        </p:pic>
      </p:grpSp>
      <p:grpSp>
        <p:nvGrpSpPr>
          <p:cNvPr id="15" name="그룹 1043">
            <a:extLst>
              <a:ext uri="{FF2B5EF4-FFF2-40B4-BE49-F238E27FC236}">
                <a16:creationId xmlns:a16="http://schemas.microsoft.com/office/drawing/2014/main" id="{D22CA80C-F021-0AAE-827E-F4F790FE8F7B}"/>
              </a:ext>
            </a:extLst>
          </p:cNvPr>
          <p:cNvGrpSpPr/>
          <p:nvPr/>
        </p:nvGrpSpPr>
        <p:grpSpPr>
          <a:xfrm>
            <a:off x="12933689" y="1458439"/>
            <a:ext cx="882763" cy="882763"/>
            <a:chOff x="9569539" y="6593794"/>
            <a:chExt cx="882763" cy="882763"/>
          </a:xfrm>
        </p:grpSpPr>
        <p:pic>
          <p:nvPicPr>
            <p:cNvPr id="17" name="Object 131">
              <a:extLst>
                <a:ext uri="{FF2B5EF4-FFF2-40B4-BE49-F238E27FC236}">
                  <a16:creationId xmlns:a16="http://schemas.microsoft.com/office/drawing/2014/main" id="{573A1BFA-379E-E003-1505-A89BCD042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 cstate="print"/>
            <a:stretch>
              <a:fillRect/>
            </a:stretch>
          </p:blipFill>
          <p:spPr>
            <a:xfrm rot="10800000">
              <a:off x="9569539" y="6593794"/>
              <a:ext cx="882763" cy="882763"/>
            </a:xfrm>
            <a:prstGeom prst="rect">
              <a:avLst/>
            </a:prstGeom>
          </p:spPr>
        </p:pic>
      </p:grpSp>
      <p:pic>
        <p:nvPicPr>
          <p:cNvPr id="20" name="Object 144">
            <a:extLst>
              <a:ext uri="{FF2B5EF4-FFF2-40B4-BE49-F238E27FC236}">
                <a16:creationId xmlns:a16="http://schemas.microsoft.com/office/drawing/2014/main" id="{A1B8A853-138A-1F4E-D79C-8EA20C1F8BDF}"/>
              </a:ext>
            </a:extLst>
          </p:cNvPr>
          <p:cNvPicPr>
            <a:picLocks noChangeAspect="1"/>
          </p:cNvPicPr>
          <p:nvPr/>
        </p:nvPicPr>
        <p:blipFill>
          <a:blip r:embed="rId40" cstate="print"/>
          <a:stretch>
            <a:fillRect/>
          </a:stretch>
        </p:blipFill>
        <p:spPr>
          <a:xfrm>
            <a:off x="429494" y="1936917"/>
            <a:ext cx="6631759" cy="4009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5679E-6 L -2.22222E-6 -0.21342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78910" y="4636458"/>
            <a:ext cx="1780882" cy="2338703"/>
            <a:chOff x="8678910" y="4636458"/>
            <a:chExt cx="1780882" cy="233870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16200000">
              <a:off x="8678910" y="4636458"/>
              <a:ext cx="1780882" cy="233870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033" y="191949"/>
            <a:ext cx="3742904" cy="174282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492494" y="1357652"/>
            <a:ext cx="2939262" cy="105756"/>
            <a:chOff x="492494" y="1357652"/>
            <a:chExt cx="2939262" cy="10575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494" y="1357652"/>
              <a:ext cx="2939262" cy="1057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4378456" y="4978826"/>
            <a:ext cx="3918354" cy="3605050"/>
            <a:chOff x="14378456" y="4978826"/>
            <a:chExt cx="3918354" cy="3605050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10800000">
              <a:off x="14378456" y="4978826"/>
              <a:ext cx="3918354" cy="360505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186392" y="3011111"/>
            <a:ext cx="10371429" cy="4368254"/>
            <a:chOff x="7186392" y="3011111"/>
            <a:chExt cx="10371429" cy="4368254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5400000">
              <a:off x="7186392" y="3011111"/>
              <a:ext cx="10371429" cy="436825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881900" y="2280683"/>
            <a:ext cx="5155016" cy="269841"/>
            <a:chOff x="11881900" y="2280683"/>
            <a:chExt cx="5155016" cy="26984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5400000">
              <a:off x="11881900" y="2280683"/>
              <a:ext cx="5155016" cy="26984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602265" y="5696286"/>
            <a:ext cx="1841270" cy="384127"/>
            <a:chOff x="13602265" y="5696286"/>
            <a:chExt cx="1841270" cy="384127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5400000">
              <a:off x="13602265" y="5696286"/>
              <a:ext cx="1841270" cy="38412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260995" y="8593400"/>
            <a:ext cx="2053968" cy="384127"/>
            <a:chOff x="12260995" y="8593400"/>
            <a:chExt cx="2053968" cy="38412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21600000">
              <a:off x="12260995" y="8593400"/>
              <a:ext cx="2053968" cy="38412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150678" y="4066921"/>
            <a:ext cx="1246032" cy="384127"/>
            <a:chOff x="13150678" y="4066921"/>
            <a:chExt cx="1246032" cy="384127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5400000">
              <a:off x="13150678" y="4066921"/>
              <a:ext cx="1246032" cy="38412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2398297" y="4058985"/>
            <a:ext cx="1246032" cy="384127"/>
            <a:chOff x="12398297" y="4058985"/>
            <a:chExt cx="1246032" cy="384127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5400000">
              <a:off x="12398297" y="4058985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638297" y="4051366"/>
            <a:ext cx="1246032" cy="384127"/>
            <a:chOff x="11638297" y="4051366"/>
            <a:chExt cx="1246032" cy="384127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5400000">
              <a:off x="11638297" y="4051366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784875" y="7972667"/>
            <a:ext cx="1780882" cy="2227885"/>
            <a:chOff x="12784875" y="7972667"/>
            <a:chExt cx="1780882" cy="2227885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21600000">
              <a:off x="12784875" y="7972667"/>
              <a:ext cx="1780882" cy="2227885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3573694" y="9331746"/>
            <a:ext cx="1733333" cy="269841"/>
            <a:chOff x="13573694" y="9331746"/>
            <a:chExt cx="1733333" cy="269841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5400000">
              <a:off x="13573694" y="9331746"/>
              <a:ext cx="1733333" cy="269841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4302409" y="8583876"/>
            <a:ext cx="4060975" cy="269841"/>
            <a:chOff x="14302409" y="8583876"/>
            <a:chExt cx="4060975" cy="269841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800000">
              <a:off x="14302409" y="8583876"/>
              <a:ext cx="4060975" cy="269841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4246391" y="2058634"/>
            <a:ext cx="435557" cy="1596383"/>
            <a:chOff x="14246391" y="2058634"/>
            <a:chExt cx="435557" cy="1596383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46391" y="2058634"/>
              <a:ext cx="435557" cy="1596383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4359552" y="4708985"/>
            <a:ext cx="3970545" cy="269841"/>
            <a:chOff x="14359552" y="4708985"/>
            <a:chExt cx="3970545" cy="269841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10800000">
              <a:off x="14359552" y="4708985"/>
              <a:ext cx="3970545" cy="269841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9934011" y="4020889"/>
            <a:ext cx="1780882" cy="2338703"/>
            <a:chOff x="9934011" y="4020889"/>
            <a:chExt cx="1780882" cy="2338703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10800000">
              <a:off x="9934011" y="4020889"/>
              <a:ext cx="1780882" cy="2338703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4572106" y="4785319"/>
            <a:ext cx="10980952" cy="269841"/>
            <a:chOff x="4572106" y="4785319"/>
            <a:chExt cx="10980952" cy="269841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5400000">
              <a:off x="4572106" y="4785319"/>
              <a:ext cx="10980952" cy="269841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0899814" y="4054223"/>
            <a:ext cx="1246032" cy="384127"/>
            <a:chOff x="10899814" y="4054223"/>
            <a:chExt cx="1246032" cy="384127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5400000">
              <a:off x="10899814" y="4054223"/>
              <a:ext cx="1246032" cy="384127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0147433" y="4046286"/>
            <a:ext cx="1246032" cy="384127"/>
            <a:chOff x="10147433" y="4046286"/>
            <a:chExt cx="1246032" cy="384127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5400000">
              <a:off x="10147433" y="4046286"/>
              <a:ext cx="1246032" cy="384127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9846613" y="2054919"/>
            <a:ext cx="435557" cy="1596383"/>
            <a:chOff x="9846613" y="2054919"/>
            <a:chExt cx="435557" cy="1596383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46613" y="2054919"/>
              <a:ext cx="435557" cy="1596383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10187979" y="2898095"/>
            <a:ext cx="2053968" cy="384127"/>
            <a:chOff x="10187979" y="2898095"/>
            <a:chExt cx="2053968" cy="384127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10800000">
              <a:off x="10187979" y="2898095"/>
              <a:ext cx="2053968" cy="384127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0579954" y="9630358"/>
            <a:ext cx="1344089" cy="121429"/>
            <a:chOff x="10579954" y="9630358"/>
            <a:chExt cx="1344089" cy="121429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 rot="5400000">
              <a:off x="10579954" y="9630358"/>
              <a:ext cx="1344089" cy="121429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9633596" y="1540478"/>
            <a:ext cx="3202310" cy="121429"/>
            <a:chOff x="9633596" y="1540478"/>
            <a:chExt cx="3202310" cy="121429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 rot="-16200000">
              <a:off x="9633596" y="1540478"/>
              <a:ext cx="3202310" cy="121429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11821591" y="1378743"/>
            <a:ext cx="2840830" cy="121429"/>
            <a:chOff x="11821591" y="1378743"/>
            <a:chExt cx="2840830" cy="121429"/>
          </a:xfrm>
        </p:grpSpPr>
        <p:pic>
          <p:nvPicPr>
            <p:cNvPr id="73" name="Object 7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5400000">
              <a:off x="11821591" y="1378743"/>
              <a:ext cx="2840830" cy="121429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11441189" y="9395997"/>
            <a:ext cx="1813890" cy="183802"/>
            <a:chOff x="11441189" y="9395997"/>
            <a:chExt cx="1813890" cy="183802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 rot="5400000">
              <a:off x="11441189" y="9395997"/>
              <a:ext cx="1813890" cy="183802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10515141" y="1557290"/>
            <a:ext cx="3279335" cy="183802"/>
            <a:chOff x="10515141" y="1557290"/>
            <a:chExt cx="3279335" cy="183802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 rot="16200000">
              <a:off x="10515141" y="1557290"/>
              <a:ext cx="3279335" cy="183802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14302409" y="6626120"/>
            <a:ext cx="4094262" cy="183802"/>
            <a:chOff x="14302409" y="6626120"/>
            <a:chExt cx="4094262" cy="183802"/>
          </a:xfrm>
        </p:grpSpPr>
        <p:pic>
          <p:nvPicPr>
            <p:cNvPr id="82" name="Object 81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 rot="10800000">
              <a:off x="14302409" y="6626120"/>
              <a:ext cx="4094262" cy="183802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2431181" y="7541369"/>
            <a:ext cx="683112" cy="924135"/>
            <a:chOff x="2431181" y="7541369"/>
            <a:chExt cx="683112" cy="924135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-5400000">
              <a:off x="2431181" y="7541369"/>
              <a:ext cx="683112" cy="924135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14715013" y="5715935"/>
            <a:ext cx="3548523" cy="121429"/>
            <a:chOff x="14715013" y="5715935"/>
            <a:chExt cx="3548523" cy="121429"/>
          </a:xfrm>
        </p:grpSpPr>
        <p:pic>
          <p:nvPicPr>
            <p:cNvPr id="88" name="Object 87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 rot="10800000">
              <a:off x="14715013" y="5715935"/>
              <a:ext cx="3548523" cy="121429"/>
            </a:xfrm>
            <a:prstGeom prst="rect">
              <a:avLst/>
            </a:prstGeom>
          </p:spPr>
        </p:pic>
      </p:grpSp>
      <p:grpSp>
        <p:nvGrpSpPr>
          <p:cNvPr id="1030" name="그룹 1030"/>
          <p:cNvGrpSpPr/>
          <p:nvPr/>
        </p:nvGrpSpPr>
        <p:grpSpPr>
          <a:xfrm>
            <a:off x="12654240" y="9628453"/>
            <a:ext cx="1344089" cy="121429"/>
            <a:chOff x="12654240" y="9628453"/>
            <a:chExt cx="1344089" cy="121429"/>
          </a:xfrm>
        </p:grpSpPr>
        <p:pic>
          <p:nvPicPr>
            <p:cNvPr id="91" name="Object 90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 rot="5400000">
              <a:off x="12654240" y="9628453"/>
              <a:ext cx="1344089" cy="121429"/>
            </a:xfrm>
            <a:prstGeom prst="rect">
              <a:avLst/>
            </a:prstGeom>
          </p:spPr>
        </p:pic>
      </p:grpSp>
      <p:grpSp>
        <p:nvGrpSpPr>
          <p:cNvPr id="1031" name="그룹 1031"/>
          <p:cNvGrpSpPr/>
          <p:nvPr/>
        </p:nvGrpSpPr>
        <p:grpSpPr>
          <a:xfrm>
            <a:off x="13687847" y="4915369"/>
            <a:ext cx="604894" cy="604894"/>
            <a:chOff x="13687847" y="4915369"/>
            <a:chExt cx="604894" cy="604894"/>
          </a:xfrm>
        </p:grpSpPr>
        <p:pic>
          <p:nvPicPr>
            <p:cNvPr id="94" name="Object 93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-5400000">
              <a:off x="13687847" y="4915369"/>
              <a:ext cx="604894" cy="604894"/>
            </a:xfrm>
            <a:prstGeom prst="rect">
              <a:avLst/>
            </a:prstGeom>
          </p:spPr>
        </p:pic>
      </p:grpSp>
      <p:grpSp>
        <p:nvGrpSpPr>
          <p:cNvPr id="1032" name="그룹 1032"/>
          <p:cNvGrpSpPr/>
          <p:nvPr/>
        </p:nvGrpSpPr>
        <p:grpSpPr>
          <a:xfrm>
            <a:off x="13847548" y="5014810"/>
            <a:ext cx="607314" cy="100000"/>
            <a:chOff x="13847548" y="5014810"/>
            <a:chExt cx="607314" cy="100000"/>
          </a:xfrm>
        </p:grpSpPr>
        <p:pic>
          <p:nvPicPr>
            <p:cNvPr id="97" name="Object 96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 rot="7980000">
              <a:off x="13847548" y="5014810"/>
              <a:ext cx="607314" cy="100000"/>
            </a:xfrm>
            <a:prstGeom prst="rect">
              <a:avLst/>
            </a:prstGeom>
          </p:spPr>
        </p:pic>
      </p:grpSp>
      <p:grpSp>
        <p:nvGrpSpPr>
          <p:cNvPr id="1033" name="그룹 1033"/>
          <p:cNvGrpSpPr/>
          <p:nvPr/>
        </p:nvGrpSpPr>
        <p:grpSpPr>
          <a:xfrm>
            <a:off x="2528373" y="8683147"/>
            <a:ext cx="488727" cy="488727"/>
            <a:chOff x="2528373" y="8683147"/>
            <a:chExt cx="488727" cy="488727"/>
          </a:xfrm>
        </p:grpSpPr>
        <p:pic>
          <p:nvPicPr>
            <p:cNvPr id="100" name="Object 99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 rot="-5400000">
              <a:off x="2528373" y="8683147"/>
              <a:ext cx="488727" cy="488727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11439567" y="3374064"/>
            <a:ext cx="1642857" cy="1642857"/>
            <a:chOff x="11439567" y="3374064"/>
            <a:chExt cx="1642857" cy="1642857"/>
          </a:xfrm>
        </p:grpSpPr>
        <p:pic>
          <p:nvPicPr>
            <p:cNvPr id="103" name="Object 102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 rot="10800000">
              <a:off x="11439567" y="3374064"/>
              <a:ext cx="1642857" cy="1642857"/>
            </a:xfrm>
            <a:prstGeom prst="rect">
              <a:avLst/>
            </a:prstGeom>
          </p:spPr>
        </p:pic>
      </p:grpSp>
      <p:grpSp>
        <p:nvGrpSpPr>
          <p:cNvPr id="1035" name="그룹 1035"/>
          <p:cNvGrpSpPr/>
          <p:nvPr/>
        </p:nvGrpSpPr>
        <p:grpSpPr>
          <a:xfrm>
            <a:off x="2344970" y="6696251"/>
            <a:ext cx="871236" cy="871236"/>
            <a:chOff x="2344970" y="6696251"/>
            <a:chExt cx="871236" cy="871236"/>
          </a:xfrm>
        </p:grpSpPr>
        <p:pic>
          <p:nvPicPr>
            <p:cNvPr id="106" name="Object 105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 rot="10800000">
              <a:off x="2344970" y="6696251"/>
              <a:ext cx="871236" cy="871236"/>
            </a:xfrm>
            <a:prstGeom prst="rect">
              <a:avLst/>
            </a:prstGeom>
          </p:spPr>
        </p:pic>
      </p:grpSp>
      <p:grpSp>
        <p:nvGrpSpPr>
          <p:cNvPr id="1036" name="그룹 1036"/>
          <p:cNvGrpSpPr/>
          <p:nvPr/>
        </p:nvGrpSpPr>
        <p:grpSpPr>
          <a:xfrm>
            <a:off x="14586866" y="862481"/>
            <a:ext cx="1036377" cy="1036377"/>
            <a:chOff x="13021313" y="2245844"/>
            <a:chExt cx="1036377" cy="1036377"/>
          </a:xfrm>
        </p:grpSpPr>
        <p:pic>
          <p:nvPicPr>
            <p:cNvPr id="109" name="Object 108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3021313" y="2245844"/>
              <a:ext cx="1036377" cy="1036377"/>
            </a:xfrm>
            <a:prstGeom prst="rect">
              <a:avLst/>
            </a:prstGeom>
          </p:spPr>
        </p:pic>
      </p:grpSp>
      <p:grpSp>
        <p:nvGrpSpPr>
          <p:cNvPr id="1037" name="그룹 1037"/>
          <p:cNvGrpSpPr/>
          <p:nvPr/>
        </p:nvGrpSpPr>
        <p:grpSpPr>
          <a:xfrm>
            <a:off x="12954000" y="1968954"/>
            <a:ext cx="507546" cy="507546"/>
            <a:chOff x="13183233" y="1687287"/>
            <a:chExt cx="507546" cy="507546"/>
          </a:xfrm>
        </p:grpSpPr>
        <p:pic>
          <p:nvPicPr>
            <p:cNvPr id="112" name="Object 111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183233" y="1687287"/>
              <a:ext cx="507546" cy="507546"/>
            </a:xfrm>
            <a:prstGeom prst="rect">
              <a:avLst/>
            </a:prstGeom>
          </p:spPr>
        </p:pic>
      </p:grpSp>
      <p:grpSp>
        <p:nvGrpSpPr>
          <p:cNvPr id="1038" name="그룹 1038"/>
          <p:cNvGrpSpPr/>
          <p:nvPr/>
        </p:nvGrpSpPr>
        <p:grpSpPr>
          <a:xfrm>
            <a:off x="14759160" y="7668765"/>
            <a:ext cx="3548523" cy="121429"/>
            <a:chOff x="14759160" y="7668765"/>
            <a:chExt cx="3548523" cy="121429"/>
          </a:xfrm>
        </p:grpSpPr>
        <p:pic>
          <p:nvPicPr>
            <p:cNvPr id="115" name="Object 114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 rot="10800000">
              <a:off x="14759160" y="7668765"/>
              <a:ext cx="3548523" cy="121429"/>
            </a:xfrm>
            <a:prstGeom prst="rect">
              <a:avLst/>
            </a:prstGeom>
          </p:spPr>
        </p:pic>
      </p:grpSp>
      <p:grpSp>
        <p:nvGrpSpPr>
          <p:cNvPr id="1039" name="그룹 1039"/>
          <p:cNvGrpSpPr/>
          <p:nvPr/>
        </p:nvGrpSpPr>
        <p:grpSpPr>
          <a:xfrm>
            <a:off x="13807132" y="5041109"/>
            <a:ext cx="345796" cy="345796"/>
            <a:chOff x="13807132" y="5041109"/>
            <a:chExt cx="345796" cy="345796"/>
          </a:xfrm>
        </p:grpSpPr>
        <p:pic>
          <p:nvPicPr>
            <p:cNvPr id="118" name="Object 117"/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807132" y="5041109"/>
              <a:ext cx="345796" cy="345796"/>
            </a:xfrm>
            <a:prstGeom prst="rect">
              <a:avLst/>
            </a:prstGeom>
          </p:spPr>
        </p:pic>
      </p:grpSp>
      <p:pic>
        <p:nvPicPr>
          <p:cNvPr id="120" name="Object 119"/>
          <p:cNvPicPr>
            <a:picLocks noChangeAspect="1"/>
          </p:cNvPicPr>
          <p:nvPr/>
        </p:nvPicPr>
        <p:blipFill>
          <a:blip r:embed="rId33" cstate="print"/>
          <a:stretch>
            <a:fillRect/>
          </a:stretch>
        </p:blipFill>
        <p:spPr>
          <a:xfrm>
            <a:off x="435304" y="1977584"/>
            <a:ext cx="6961521" cy="3978035"/>
          </a:xfrm>
          <a:prstGeom prst="rect">
            <a:avLst/>
          </a:prstGeom>
        </p:spPr>
      </p:pic>
      <p:pic>
        <p:nvPicPr>
          <p:cNvPr id="121" name="Object 120"/>
          <p:cNvPicPr>
            <a:picLocks noChangeAspect="1"/>
          </p:cNvPicPr>
          <p:nvPr/>
        </p:nvPicPr>
        <p:blipFill>
          <a:blip r:embed="rId34" cstate="print"/>
          <a:stretch>
            <a:fillRect/>
          </a:stretch>
        </p:blipFill>
        <p:spPr>
          <a:xfrm>
            <a:off x="3646807" y="6785844"/>
            <a:ext cx="1405074" cy="2555265"/>
          </a:xfrm>
          <a:prstGeom prst="rect">
            <a:avLst/>
          </a:prstGeom>
        </p:spPr>
      </p:pic>
      <p:pic>
        <p:nvPicPr>
          <p:cNvPr id="122" name="Object 121"/>
          <p:cNvPicPr>
            <a:picLocks noChangeAspect="1"/>
          </p:cNvPicPr>
          <p:nvPr/>
        </p:nvPicPr>
        <p:blipFill>
          <a:blip r:embed="rId35" cstate="print"/>
          <a:stretch>
            <a:fillRect/>
          </a:stretch>
        </p:blipFill>
        <p:spPr>
          <a:xfrm>
            <a:off x="14538722" y="-52559"/>
            <a:ext cx="1319688" cy="897584"/>
          </a:xfrm>
          <a:prstGeom prst="rect">
            <a:avLst/>
          </a:prstGeom>
        </p:spPr>
      </p:pic>
      <p:grpSp>
        <p:nvGrpSpPr>
          <p:cNvPr id="2" name="그룹 1040">
            <a:extLst>
              <a:ext uri="{FF2B5EF4-FFF2-40B4-BE49-F238E27FC236}">
                <a16:creationId xmlns:a16="http://schemas.microsoft.com/office/drawing/2014/main" id="{F94B1662-EE11-E20D-113D-950FE63AA41C}"/>
              </a:ext>
            </a:extLst>
          </p:cNvPr>
          <p:cNvGrpSpPr/>
          <p:nvPr/>
        </p:nvGrpSpPr>
        <p:grpSpPr>
          <a:xfrm>
            <a:off x="10465687" y="5615501"/>
            <a:ext cx="1000000" cy="1000000"/>
            <a:chOff x="10465687" y="5615501"/>
            <a:chExt cx="1000000" cy="1000000"/>
          </a:xfrm>
        </p:grpSpPr>
        <p:pic>
          <p:nvPicPr>
            <p:cNvPr id="4" name="Object 120">
              <a:extLst>
                <a:ext uri="{FF2B5EF4-FFF2-40B4-BE49-F238E27FC236}">
                  <a16:creationId xmlns:a16="http://schemas.microsoft.com/office/drawing/2014/main" id="{FBB39C83-45A6-E9B7-021B-A5253D313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 rot="10800000">
              <a:off x="10465687" y="5615501"/>
              <a:ext cx="1000000" cy="1000000"/>
            </a:xfrm>
            <a:prstGeom prst="rect">
              <a:avLst/>
            </a:prstGeom>
          </p:spPr>
        </p:pic>
      </p:grpSp>
      <p:grpSp>
        <p:nvGrpSpPr>
          <p:cNvPr id="6" name="그룹 1041">
            <a:extLst>
              <a:ext uri="{FF2B5EF4-FFF2-40B4-BE49-F238E27FC236}">
                <a16:creationId xmlns:a16="http://schemas.microsoft.com/office/drawing/2014/main" id="{9B5D23E6-53A5-3A46-4915-028769087BFA}"/>
              </a:ext>
            </a:extLst>
          </p:cNvPr>
          <p:cNvGrpSpPr/>
          <p:nvPr/>
        </p:nvGrpSpPr>
        <p:grpSpPr>
          <a:xfrm>
            <a:off x="13062583" y="7688638"/>
            <a:ext cx="1000000" cy="1000000"/>
            <a:chOff x="13062583" y="7688638"/>
            <a:chExt cx="1000000" cy="1000000"/>
          </a:xfrm>
        </p:grpSpPr>
        <p:pic>
          <p:nvPicPr>
            <p:cNvPr id="8" name="Object 123">
              <a:extLst>
                <a:ext uri="{FF2B5EF4-FFF2-40B4-BE49-F238E27FC236}">
                  <a16:creationId xmlns:a16="http://schemas.microsoft.com/office/drawing/2014/main" id="{C35F14D2-78E8-C1C2-A972-CFF05563F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 rot="10800000">
              <a:off x="13062583" y="7688638"/>
              <a:ext cx="1000000" cy="1000000"/>
            </a:xfrm>
            <a:prstGeom prst="rect">
              <a:avLst/>
            </a:prstGeom>
          </p:spPr>
        </p:pic>
      </p:grpSp>
      <p:grpSp>
        <p:nvGrpSpPr>
          <p:cNvPr id="9" name="그룹 1042">
            <a:extLst>
              <a:ext uri="{FF2B5EF4-FFF2-40B4-BE49-F238E27FC236}">
                <a16:creationId xmlns:a16="http://schemas.microsoft.com/office/drawing/2014/main" id="{DDF4D8B0-0C47-DF10-74CD-492651F70AB5}"/>
              </a:ext>
            </a:extLst>
          </p:cNvPr>
          <p:cNvGrpSpPr/>
          <p:nvPr/>
        </p:nvGrpSpPr>
        <p:grpSpPr>
          <a:xfrm>
            <a:off x="13499091" y="4710572"/>
            <a:ext cx="1000000" cy="1000000"/>
            <a:chOff x="13499091" y="4710572"/>
            <a:chExt cx="1000000" cy="1000000"/>
          </a:xfrm>
        </p:grpSpPr>
        <p:pic>
          <p:nvPicPr>
            <p:cNvPr id="11" name="Object 126">
              <a:extLst>
                <a:ext uri="{FF2B5EF4-FFF2-40B4-BE49-F238E27FC236}">
                  <a16:creationId xmlns:a16="http://schemas.microsoft.com/office/drawing/2014/main" id="{1B23B877-2F48-8933-A004-74E6BC9FE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 rot="10800000">
              <a:off x="13499091" y="4710572"/>
              <a:ext cx="1000000" cy="1000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6111E-6 -4.93827E-6 L -0.1006 0.16451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35" y="8225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1071" y="188806"/>
            <a:ext cx="3711400" cy="173857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2494" y="1357652"/>
            <a:ext cx="2939262" cy="105756"/>
            <a:chOff x="492494" y="1357652"/>
            <a:chExt cx="2939262" cy="105756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494" y="1357652"/>
              <a:ext cx="2939262" cy="10575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5183603" y="-158059"/>
            <a:ext cx="2934529" cy="3269694"/>
            <a:chOff x="15183603" y="-158059"/>
            <a:chExt cx="2934529" cy="3269694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15183603" y="-158059"/>
              <a:ext cx="2934529" cy="326969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8077517" y="2695827"/>
            <a:ext cx="10208197" cy="6099276"/>
            <a:chOff x="8077517" y="2695827"/>
            <a:chExt cx="10208197" cy="6099276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7517" y="2695827"/>
              <a:ext cx="10208197" cy="609927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000506" y="2483720"/>
            <a:ext cx="2570916" cy="536346"/>
            <a:chOff x="15000506" y="2483720"/>
            <a:chExt cx="2570916" cy="53634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00506" y="2483720"/>
              <a:ext cx="2570916" cy="53634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3141025" y="3520293"/>
            <a:ext cx="1739801" cy="536346"/>
            <a:chOff x="13141025" y="3520293"/>
            <a:chExt cx="1739801" cy="536346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41025" y="3520293"/>
              <a:ext cx="1739801" cy="53634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129943" y="4570822"/>
            <a:ext cx="1739801" cy="536346"/>
            <a:chOff x="13129943" y="4570822"/>
            <a:chExt cx="1739801" cy="536346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29943" y="4570822"/>
              <a:ext cx="1739801" cy="53634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3119305" y="5631990"/>
            <a:ext cx="1739801" cy="536346"/>
            <a:chOff x="13119305" y="5631990"/>
            <a:chExt cx="1739801" cy="536346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19305" y="5631990"/>
              <a:ext cx="1739801" cy="536346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3375744" y="1292076"/>
            <a:ext cx="2941876" cy="376772"/>
            <a:chOff x="13375744" y="1292076"/>
            <a:chExt cx="2941876" cy="376772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5400000">
              <a:off x="13375744" y="1292076"/>
              <a:ext cx="2941876" cy="37677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3940518" y="7214518"/>
            <a:ext cx="1673155" cy="2197233"/>
            <a:chOff x="13940518" y="7214518"/>
            <a:chExt cx="1673155" cy="2197233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16200000">
              <a:off x="13940518" y="7214518"/>
              <a:ext cx="1673155" cy="2197233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3123294" y="6663113"/>
            <a:ext cx="1739801" cy="536346"/>
            <a:chOff x="13123294" y="6663113"/>
            <a:chExt cx="1739801" cy="536346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23294" y="6663113"/>
              <a:ext cx="1739801" cy="53634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3112213" y="7713643"/>
            <a:ext cx="1739801" cy="536346"/>
            <a:chOff x="13112213" y="7713643"/>
            <a:chExt cx="1739801" cy="536346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12213" y="7713643"/>
              <a:ext cx="1739801" cy="53634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0944974" y="7092979"/>
            <a:ext cx="2867901" cy="536346"/>
            <a:chOff x="10944974" y="7092979"/>
            <a:chExt cx="2867901" cy="53634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5400000">
              <a:off x="10944974" y="7092979"/>
              <a:ext cx="2867901" cy="53634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8064271" y="7248750"/>
            <a:ext cx="4471299" cy="169547"/>
            <a:chOff x="8064271" y="7248750"/>
            <a:chExt cx="4471299" cy="169547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21600000">
              <a:off x="8064271" y="7248750"/>
              <a:ext cx="4471299" cy="16954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8090808" y="4446074"/>
            <a:ext cx="3966575" cy="169547"/>
            <a:chOff x="8090808" y="4446074"/>
            <a:chExt cx="3966575" cy="169547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0808" y="4446074"/>
              <a:ext cx="3966575" cy="16954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8077517" y="5920553"/>
            <a:ext cx="4578848" cy="256638"/>
            <a:chOff x="8077517" y="5920553"/>
            <a:chExt cx="4578848" cy="256638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800000">
              <a:off x="8077517" y="5920553"/>
              <a:ext cx="4578848" cy="256638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5660410" y="1128390"/>
            <a:ext cx="3568004" cy="256638"/>
            <a:chOff x="15660410" y="1128390"/>
            <a:chExt cx="3568004" cy="256638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5400000">
              <a:off x="15660410" y="1128390"/>
              <a:ext cx="3568004" cy="256638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3652646" y="-88001"/>
            <a:ext cx="4954707" cy="169547"/>
            <a:chOff x="13652646" y="-88001"/>
            <a:chExt cx="4954707" cy="169547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5400000">
              <a:off x="13652646" y="-88001"/>
              <a:ext cx="4954707" cy="169547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2528373" y="8683147"/>
            <a:ext cx="488727" cy="488727"/>
            <a:chOff x="2528373" y="8683147"/>
            <a:chExt cx="488727" cy="488727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-5400000">
              <a:off x="2528373" y="8683147"/>
              <a:ext cx="488727" cy="488727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8120380" y="8795102"/>
            <a:ext cx="10165334" cy="376772"/>
            <a:chOff x="8120380" y="8795102"/>
            <a:chExt cx="10165334" cy="376772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20380" y="8795102"/>
              <a:ext cx="10165334" cy="376772"/>
            </a:xfrm>
            <a:prstGeom prst="rect">
              <a:avLst/>
            </a:prstGeom>
          </p:spPr>
        </p:pic>
      </p:grpSp>
      <p:pic>
        <p:nvPicPr>
          <p:cNvPr id="60" name="Object 5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35304" y="1977584"/>
            <a:ext cx="6373360" cy="3983121"/>
          </a:xfrm>
          <a:prstGeom prst="rect">
            <a:avLst/>
          </a:prstGeom>
        </p:spPr>
      </p:pic>
      <p:pic>
        <p:nvPicPr>
          <p:cNvPr id="61" name="Object 60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656208" y="6820360"/>
            <a:ext cx="1421703" cy="2573284"/>
          </a:xfrm>
          <a:prstGeom prst="rect">
            <a:avLst/>
          </a:prstGeom>
        </p:spPr>
      </p:pic>
      <p:grpSp>
        <p:nvGrpSpPr>
          <p:cNvPr id="1020" name="그룹 1020"/>
          <p:cNvGrpSpPr/>
          <p:nvPr/>
        </p:nvGrpSpPr>
        <p:grpSpPr>
          <a:xfrm>
            <a:off x="8064219" y="2642635"/>
            <a:ext cx="6971748" cy="376772"/>
            <a:chOff x="8064219" y="2642635"/>
            <a:chExt cx="6971748" cy="376772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64219" y="2642635"/>
              <a:ext cx="6971748" cy="376772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12641216" y="773017"/>
            <a:ext cx="325452" cy="325452"/>
            <a:chOff x="12641216" y="773017"/>
            <a:chExt cx="325452" cy="325452"/>
          </a:xfrm>
        </p:grpSpPr>
        <p:pic>
          <p:nvPicPr>
            <p:cNvPr id="66" name="Object 65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 rot="-5400000">
              <a:off x="12641216" y="773017"/>
              <a:ext cx="325452" cy="325452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8484431" y="770786"/>
            <a:ext cx="219174" cy="2060236"/>
            <a:chOff x="8484431" y="770786"/>
            <a:chExt cx="219174" cy="2060236"/>
          </a:xfrm>
        </p:grpSpPr>
        <p:pic>
          <p:nvPicPr>
            <p:cNvPr id="69" name="Object 68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84431" y="770786"/>
              <a:ext cx="219174" cy="2060236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9905715" y="783484"/>
            <a:ext cx="219174" cy="2060236"/>
            <a:chOff x="9905715" y="783484"/>
            <a:chExt cx="219174" cy="2060236"/>
          </a:xfrm>
        </p:grpSpPr>
        <p:pic>
          <p:nvPicPr>
            <p:cNvPr id="72" name="Object 71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905715" y="783484"/>
              <a:ext cx="219174" cy="2060236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8484431" y="6931286"/>
            <a:ext cx="219174" cy="2060236"/>
            <a:chOff x="8484431" y="6931286"/>
            <a:chExt cx="219174" cy="2060236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84431" y="6931286"/>
              <a:ext cx="219174" cy="2060236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9905715" y="6943985"/>
            <a:ext cx="219174" cy="2060236"/>
            <a:chOff x="9905715" y="6943985"/>
            <a:chExt cx="219174" cy="2060236"/>
          </a:xfrm>
        </p:grpSpPr>
        <p:pic>
          <p:nvPicPr>
            <p:cNvPr id="78" name="Object 77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905715" y="6943985"/>
              <a:ext cx="219174" cy="2060236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12353492" y="7199459"/>
            <a:ext cx="325452" cy="325452"/>
            <a:chOff x="12353492" y="7199459"/>
            <a:chExt cx="325452" cy="325452"/>
          </a:xfrm>
        </p:grpSpPr>
        <p:pic>
          <p:nvPicPr>
            <p:cNvPr id="81" name="Object 80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 rot="-5400000">
              <a:off x="12353492" y="7199459"/>
              <a:ext cx="325452" cy="325452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17352248" y="6931286"/>
            <a:ext cx="219174" cy="2060236"/>
            <a:chOff x="17352248" y="6931286"/>
            <a:chExt cx="219174" cy="2060236"/>
          </a:xfrm>
        </p:grpSpPr>
        <p:pic>
          <p:nvPicPr>
            <p:cNvPr id="84" name="Object 83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352248" y="6931286"/>
              <a:ext cx="219174" cy="2060236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9909881" y="781782"/>
            <a:ext cx="210840" cy="210840"/>
            <a:chOff x="9909881" y="781782"/>
            <a:chExt cx="210840" cy="210840"/>
          </a:xfrm>
        </p:grpSpPr>
        <p:pic>
          <p:nvPicPr>
            <p:cNvPr id="87" name="Object 86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-5400000">
              <a:off x="9909881" y="781782"/>
              <a:ext cx="210840" cy="210840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8487606" y="770786"/>
            <a:ext cx="210840" cy="210840"/>
            <a:chOff x="8487606" y="770786"/>
            <a:chExt cx="210840" cy="210840"/>
          </a:xfrm>
        </p:grpSpPr>
        <p:pic>
          <p:nvPicPr>
            <p:cNvPr id="90" name="Object 89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-5400000">
              <a:off x="8487606" y="770786"/>
              <a:ext cx="210840" cy="210840"/>
            </a:xfrm>
            <a:prstGeom prst="rect">
              <a:avLst/>
            </a:prstGeom>
          </p:spPr>
        </p:pic>
      </p:grpSp>
      <p:grpSp>
        <p:nvGrpSpPr>
          <p:cNvPr id="1030" name="그룹 1030"/>
          <p:cNvGrpSpPr/>
          <p:nvPr/>
        </p:nvGrpSpPr>
        <p:grpSpPr>
          <a:xfrm>
            <a:off x="8484431" y="6931286"/>
            <a:ext cx="210840" cy="210840"/>
            <a:chOff x="8484431" y="6931286"/>
            <a:chExt cx="210840" cy="210840"/>
          </a:xfrm>
        </p:grpSpPr>
        <p:pic>
          <p:nvPicPr>
            <p:cNvPr id="93" name="Object 92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16200000">
              <a:off x="8484431" y="6931286"/>
              <a:ext cx="210840" cy="210840"/>
            </a:xfrm>
            <a:prstGeom prst="rect">
              <a:avLst/>
            </a:prstGeom>
          </p:spPr>
        </p:pic>
      </p:grpSp>
      <p:grpSp>
        <p:nvGrpSpPr>
          <p:cNvPr id="1031" name="그룹 1031"/>
          <p:cNvGrpSpPr/>
          <p:nvPr/>
        </p:nvGrpSpPr>
        <p:grpSpPr>
          <a:xfrm>
            <a:off x="9905715" y="6943985"/>
            <a:ext cx="210840" cy="210840"/>
            <a:chOff x="9905715" y="6943985"/>
            <a:chExt cx="210840" cy="210840"/>
          </a:xfrm>
        </p:grpSpPr>
        <p:pic>
          <p:nvPicPr>
            <p:cNvPr id="96" name="Object 95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16200000">
              <a:off x="9905715" y="6943985"/>
              <a:ext cx="210840" cy="210840"/>
            </a:xfrm>
            <a:prstGeom prst="rect">
              <a:avLst/>
            </a:prstGeom>
          </p:spPr>
        </p:pic>
      </p:grpSp>
      <p:grpSp>
        <p:nvGrpSpPr>
          <p:cNvPr id="1032" name="그룹 1032"/>
          <p:cNvGrpSpPr/>
          <p:nvPr/>
        </p:nvGrpSpPr>
        <p:grpSpPr>
          <a:xfrm>
            <a:off x="17360581" y="6931286"/>
            <a:ext cx="210840" cy="210840"/>
            <a:chOff x="17360581" y="6931286"/>
            <a:chExt cx="210840" cy="210840"/>
          </a:xfrm>
        </p:grpSpPr>
        <p:pic>
          <p:nvPicPr>
            <p:cNvPr id="99" name="Object 98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 rot="16200000">
              <a:off x="17360581" y="6931286"/>
              <a:ext cx="210840" cy="210840"/>
            </a:xfrm>
            <a:prstGeom prst="rect">
              <a:avLst/>
            </a:prstGeom>
          </p:spPr>
        </p:pic>
      </p:grpSp>
      <p:grpSp>
        <p:nvGrpSpPr>
          <p:cNvPr id="1033" name="그룹 1033"/>
          <p:cNvGrpSpPr/>
          <p:nvPr/>
        </p:nvGrpSpPr>
        <p:grpSpPr>
          <a:xfrm>
            <a:off x="2571363" y="7812188"/>
            <a:ext cx="402747" cy="402747"/>
            <a:chOff x="2571363" y="7812188"/>
            <a:chExt cx="402747" cy="402747"/>
          </a:xfrm>
        </p:grpSpPr>
        <p:pic>
          <p:nvPicPr>
            <p:cNvPr id="102" name="Object 101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 rot="16200000">
              <a:off x="2571363" y="7812188"/>
              <a:ext cx="402747" cy="402747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6395934" y="6489890"/>
            <a:ext cx="1254302" cy="1254302"/>
            <a:chOff x="6395934" y="6489890"/>
            <a:chExt cx="1254302" cy="1254302"/>
          </a:xfrm>
        </p:grpSpPr>
        <p:pic>
          <p:nvPicPr>
            <p:cNvPr id="105" name="Object 10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395934" y="6489890"/>
              <a:ext cx="1254302" cy="1254302"/>
            </a:xfrm>
            <a:prstGeom prst="rect">
              <a:avLst/>
            </a:prstGeom>
          </p:spPr>
        </p:pic>
      </p:grpSp>
      <p:grpSp>
        <p:nvGrpSpPr>
          <p:cNvPr id="1035" name="그룹 1035"/>
          <p:cNvGrpSpPr/>
          <p:nvPr/>
        </p:nvGrpSpPr>
        <p:grpSpPr>
          <a:xfrm>
            <a:off x="6481236" y="8140408"/>
            <a:ext cx="1083700" cy="1083700"/>
            <a:chOff x="6481236" y="8140408"/>
            <a:chExt cx="1083700" cy="1083700"/>
          </a:xfrm>
        </p:grpSpPr>
        <p:pic>
          <p:nvPicPr>
            <p:cNvPr id="108" name="Object 107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81236" y="8140408"/>
              <a:ext cx="1083700" cy="1083700"/>
            </a:xfrm>
            <a:prstGeom prst="rect">
              <a:avLst/>
            </a:prstGeom>
          </p:spPr>
        </p:pic>
      </p:grpSp>
      <p:grpSp>
        <p:nvGrpSpPr>
          <p:cNvPr id="1036" name="그룹 1036"/>
          <p:cNvGrpSpPr/>
          <p:nvPr/>
        </p:nvGrpSpPr>
        <p:grpSpPr>
          <a:xfrm>
            <a:off x="11832191" y="1000551"/>
            <a:ext cx="1943502" cy="1943502"/>
            <a:chOff x="11832191" y="1000551"/>
            <a:chExt cx="1943502" cy="1943502"/>
          </a:xfrm>
        </p:grpSpPr>
        <p:pic>
          <p:nvPicPr>
            <p:cNvPr id="111" name="Object 110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832191" y="1000551"/>
              <a:ext cx="1943502" cy="1943502"/>
            </a:xfrm>
            <a:prstGeom prst="rect">
              <a:avLst/>
            </a:prstGeom>
          </p:spPr>
        </p:pic>
      </p:grpSp>
      <p:grpSp>
        <p:nvGrpSpPr>
          <p:cNvPr id="1037" name="그룹 1037"/>
          <p:cNvGrpSpPr/>
          <p:nvPr/>
        </p:nvGrpSpPr>
        <p:grpSpPr>
          <a:xfrm>
            <a:off x="11727171" y="7361152"/>
            <a:ext cx="1593094" cy="1593094"/>
            <a:chOff x="11727171" y="7361152"/>
            <a:chExt cx="1593094" cy="1593094"/>
          </a:xfrm>
        </p:grpSpPr>
        <p:pic>
          <p:nvPicPr>
            <p:cNvPr id="114" name="Object 113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727171" y="7361152"/>
              <a:ext cx="1593094" cy="1593094"/>
            </a:xfrm>
            <a:prstGeom prst="rect">
              <a:avLst/>
            </a:prstGeom>
          </p:spPr>
        </p:pic>
      </p:grpSp>
      <p:grpSp>
        <p:nvGrpSpPr>
          <p:cNvPr id="1038" name="그룹 1038"/>
          <p:cNvGrpSpPr/>
          <p:nvPr/>
        </p:nvGrpSpPr>
        <p:grpSpPr>
          <a:xfrm>
            <a:off x="12521652" y="1648488"/>
            <a:ext cx="549778" cy="549778"/>
            <a:chOff x="12521652" y="1648488"/>
            <a:chExt cx="549778" cy="549778"/>
          </a:xfrm>
        </p:grpSpPr>
        <p:pic>
          <p:nvPicPr>
            <p:cNvPr id="117" name="Object 116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521652" y="1648488"/>
              <a:ext cx="549778" cy="549778"/>
            </a:xfrm>
            <a:prstGeom prst="rect">
              <a:avLst/>
            </a:prstGeom>
          </p:spPr>
        </p:pic>
      </p:grpSp>
      <p:grpSp>
        <p:nvGrpSpPr>
          <p:cNvPr id="1039" name="그룹 1039"/>
          <p:cNvGrpSpPr/>
          <p:nvPr/>
        </p:nvGrpSpPr>
        <p:grpSpPr>
          <a:xfrm>
            <a:off x="12232162" y="7462725"/>
            <a:ext cx="549778" cy="549778"/>
            <a:chOff x="12232162" y="7462725"/>
            <a:chExt cx="549778" cy="549778"/>
          </a:xfrm>
        </p:grpSpPr>
        <p:pic>
          <p:nvPicPr>
            <p:cNvPr id="120" name="Object 119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232162" y="7462725"/>
              <a:ext cx="549778" cy="549778"/>
            </a:xfrm>
            <a:prstGeom prst="rect">
              <a:avLst/>
            </a:prstGeom>
          </p:spPr>
        </p:pic>
      </p:grpSp>
      <p:grpSp>
        <p:nvGrpSpPr>
          <p:cNvPr id="1040" name="그룹 1040"/>
          <p:cNvGrpSpPr/>
          <p:nvPr/>
        </p:nvGrpSpPr>
        <p:grpSpPr>
          <a:xfrm>
            <a:off x="2424919" y="6748828"/>
            <a:ext cx="695636" cy="695636"/>
            <a:chOff x="2424919" y="6748828"/>
            <a:chExt cx="695636" cy="695636"/>
          </a:xfrm>
        </p:grpSpPr>
        <p:pic>
          <p:nvPicPr>
            <p:cNvPr id="123" name="Object 122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24919" y="6748828"/>
              <a:ext cx="695636" cy="695636"/>
            </a:xfrm>
            <a:prstGeom prst="rect">
              <a:avLst/>
            </a:prstGeom>
          </p:spPr>
        </p:pic>
      </p:grpSp>
      <p:grpSp>
        <p:nvGrpSpPr>
          <p:cNvPr id="3" name="그룹 1041">
            <a:extLst>
              <a:ext uri="{FF2B5EF4-FFF2-40B4-BE49-F238E27FC236}">
                <a16:creationId xmlns:a16="http://schemas.microsoft.com/office/drawing/2014/main" id="{804CF187-A3FF-E036-BD97-FE4A9FDC1D46}"/>
              </a:ext>
            </a:extLst>
          </p:cNvPr>
          <p:cNvGrpSpPr/>
          <p:nvPr/>
        </p:nvGrpSpPr>
        <p:grpSpPr>
          <a:xfrm>
            <a:off x="11749155" y="7052491"/>
            <a:ext cx="1556320" cy="1556320"/>
            <a:chOff x="11749155" y="7052491"/>
            <a:chExt cx="1556320" cy="1556320"/>
          </a:xfrm>
        </p:grpSpPr>
        <p:pic>
          <p:nvPicPr>
            <p:cNvPr id="5" name="Object 125">
              <a:extLst>
                <a:ext uri="{FF2B5EF4-FFF2-40B4-BE49-F238E27FC236}">
                  <a16:creationId xmlns:a16="http://schemas.microsoft.com/office/drawing/2014/main" id="{F0209E4F-8D45-032E-8801-E257A60C2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 rot="10800000">
              <a:off x="11749155" y="7052491"/>
              <a:ext cx="1556320" cy="1556320"/>
            </a:xfrm>
            <a:prstGeom prst="rect">
              <a:avLst/>
            </a:prstGeom>
          </p:spPr>
        </p:pic>
      </p:grpSp>
      <p:grpSp>
        <p:nvGrpSpPr>
          <p:cNvPr id="6" name="그룹 1042">
            <a:extLst>
              <a:ext uri="{FF2B5EF4-FFF2-40B4-BE49-F238E27FC236}">
                <a16:creationId xmlns:a16="http://schemas.microsoft.com/office/drawing/2014/main" id="{341663CD-6CDE-38D1-C04F-AC347D38E99E}"/>
              </a:ext>
            </a:extLst>
          </p:cNvPr>
          <p:cNvGrpSpPr/>
          <p:nvPr/>
        </p:nvGrpSpPr>
        <p:grpSpPr>
          <a:xfrm>
            <a:off x="12007280" y="721350"/>
            <a:ext cx="1556320" cy="1556320"/>
            <a:chOff x="12038561" y="721350"/>
            <a:chExt cx="1556320" cy="1556320"/>
          </a:xfrm>
        </p:grpSpPr>
        <p:pic>
          <p:nvPicPr>
            <p:cNvPr id="8" name="Object 128">
              <a:extLst>
                <a:ext uri="{FF2B5EF4-FFF2-40B4-BE49-F238E27FC236}">
                  <a16:creationId xmlns:a16="http://schemas.microsoft.com/office/drawing/2014/main" id="{19E6AB24-0637-A394-027B-0F7E71EF7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 rot="10800000">
              <a:off x="12038561" y="721350"/>
              <a:ext cx="1556320" cy="1556320"/>
            </a:xfrm>
            <a:prstGeom prst="rect">
              <a:avLst/>
            </a:prstGeom>
          </p:spPr>
        </p:pic>
      </p:grpSp>
      <p:grpSp>
        <p:nvGrpSpPr>
          <p:cNvPr id="9" name="그룹 1043">
            <a:extLst>
              <a:ext uri="{FF2B5EF4-FFF2-40B4-BE49-F238E27FC236}">
                <a16:creationId xmlns:a16="http://schemas.microsoft.com/office/drawing/2014/main" id="{BEC931C9-57E6-1F6A-C0CD-5C893635E037}"/>
              </a:ext>
            </a:extLst>
          </p:cNvPr>
          <p:cNvGrpSpPr/>
          <p:nvPr/>
        </p:nvGrpSpPr>
        <p:grpSpPr>
          <a:xfrm>
            <a:off x="9569539" y="6593794"/>
            <a:ext cx="882763" cy="882763"/>
            <a:chOff x="9569539" y="6593794"/>
            <a:chExt cx="882763" cy="882763"/>
          </a:xfrm>
        </p:grpSpPr>
        <p:pic>
          <p:nvPicPr>
            <p:cNvPr id="11" name="Object 131">
              <a:extLst>
                <a:ext uri="{FF2B5EF4-FFF2-40B4-BE49-F238E27FC236}">
                  <a16:creationId xmlns:a16="http://schemas.microsoft.com/office/drawing/2014/main" id="{EA1E26A6-6122-36B0-B8C1-5C3C31247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 rot="10800000">
              <a:off x="9569539" y="6593794"/>
              <a:ext cx="882763" cy="88276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2023" y="148606"/>
            <a:ext cx="3262942" cy="174904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2494" y="1357652"/>
            <a:ext cx="2403999" cy="105756"/>
            <a:chOff x="492494" y="1357652"/>
            <a:chExt cx="2403999" cy="105756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494" y="1357652"/>
              <a:ext cx="2403999" cy="10575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713543" y="2030764"/>
            <a:ext cx="1295376" cy="1295376"/>
            <a:chOff x="1713543" y="2030764"/>
            <a:chExt cx="1295376" cy="129537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3543" y="2030764"/>
              <a:ext cx="1295376" cy="1295376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77066" y="2239027"/>
            <a:ext cx="3097476" cy="1055047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638095" y="2030764"/>
            <a:ext cx="1295376" cy="1295376"/>
            <a:chOff x="9638095" y="2030764"/>
            <a:chExt cx="1295376" cy="1295376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8095" y="2030764"/>
              <a:ext cx="1295376" cy="1295376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011037" y="2239022"/>
            <a:ext cx="3225771" cy="1055047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694497" y="6027547"/>
            <a:ext cx="1295376" cy="1295376"/>
            <a:chOff x="1694497" y="6027547"/>
            <a:chExt cx="1295376" cy="1295376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4497" y="6027547"/>
              <a:ext cx="1295376" cy="1295376"/>
            </a:xfrm>
            <a:prstGeom prst="rect">
              <a:avLst/>
            </a:prstGeom>
          </p:spPr>
        </p:pic>
      </p:grpSp>
      <p:pic>
        <p:nvPicPr>
          <p:cNvPr id="17" name="Object 1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067049" y="6235809"/>
            <a:ext cx="2781047" cy="105504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9638095" y="6027547"/>
            <a:ext cx="1295376" cy="1295376"/>
            <a:chOff x="9638095" y="6027547"/>
            <a:chExt cx="1295376" cy="1295376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8095" y="6027547"/>
              <a:ext cx="1295376" cy="129537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791005" y="2191929"/>
            <a:ext cx="973047" cy="973047"/>
            <a:chOff x="9791005" y="2191929"/>
            <a:chExt cx="973047" cy="97304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91005" y="2191929"/>
              <a:ext cx="973047" cy="97304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846878" y="6208487"/>
            <a:ext cx="980170" cy="980170"/>
            <a:chOff x="1846878" y="6208487"/>
            <a:chExt cx="980170" cy="980170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46878" y="6208487"/>
              <a:ext cx="980170" cy="98017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818740" y="6170097"/>
            <a:ext cx="961429" cy="961429"/>
            <a:chOff x="9818740" y="6170097"/>
            <a:chExt cx="961429" cy="961429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18740" y="6170097"/>
              <a:ext cx="961429" cy="96142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865823" y="2170025"/>
            <a:ext cx="1013259" cy="1013259"/>
            <a:chOff x="1865823" y="2170025"/>
            <a:chExt cx="1013259" cy="1013259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65823" y="2170025"/>
              <a:ext cx="1013259" cy="1013259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011037" y="6235804"/>
            <a:ext cx="3210866" cy="1055047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621591" y="3551794"/>
            <a:ext cx="6773212" cy="2144612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9536973" y="3551792"/>
            <a:ext cx="5525536" cy="1457250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594239" y="7563113"/>
            <a:ext cx="6732327" cy="1800936"/>
          </a:xfrm>
          <a:prstGeom prst="rect">
            <a:avLst/>
          </a:prstGeom>
        </p:spPr>
      </p:pic>
      <p:pic>
        <p:nvPicPr>
          <p:cNvPr id="3" name="Object 36">
            <a:extLst>
              <a:ext uri="{FF2B5EF4-FFF2-40B4-BE49-F238E27FC236}">
                <a16:creationId xmlns:a16="http://schemas.microsoft.com/office/drawing/2014/main" id="{A6DB1C4E-8DBA-F481-9C1A-217CADBB2DF1}"/>
              </a:ext>
            </a:extLst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541268" y="7563116"/>
            <a:ext cx="6731755" cy="2144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855939" y="1738987"/>
            <a:ext cx="11498122" cy="7928722"/>
            <a:chOff x="5855939" y="1738987"/>
            <a:chExt cx="11498122" cy="792872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5939" y="1738987"/>
              <a:ext cx="11498122" cy="7928722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1004" y="182425"/>
            <a:ext cx="6403409" cy="175235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492494" y="1357652"/>
            <a:ext cx="5574172" cy="105756"/>
            <a:chOff x="492494" y="1357652"/>
            <a:chExt cx="5574172" cy="10575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494" y="1357652"/>
              <a:ext cx="5574172" cy="1057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92494" y="1738987"/>
            <a:ext cx="4590309" cy="1444792"/>
            <a:chOff x="492494" y="1738987"/>
            <a:chExt cx="4590309" cy="1444792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94" y="1738987"/>
              <a:ext cx="4590309" cy="144479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2494" y="3342166"/>
            <a:ext cx="4590309" cy="1444792"/>
            <a:chOff x="492494" y="3342166"/>
            <a:chExt cx="4590309" cy="1444792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94" y="3342166"/>
              <a:ext cx="4590309" cy="144479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92494" y="4971429"/>
            <a:ext cx="4590309" cy="1444792"/>
            <a:chOff x="492494" y="4971429"/>
            <a:chExt cx="4590309" cy="1444792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94" y="4971429"/>
              <a:ext cx="4590309" cy="144479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92494" y="6606697"/>
            <a:ext cx="4590309" cy="1444792"/>
            <a:chOff x="492494" y="6606697"/>
            <a:chExt cx="4590309" cy="1444792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94" y="6606697"/>
              <a:ext cx="4590309" cy="1444792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92494" y="8222917"/>
            <a:ext cx="4590309" cy="1444792"/>
            <a:chOff x="492494" y="8222917"/>
            <a:chExt cx="4590309" cy="144479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94" y="8222917"/>
              <a:ext cx="4590309" cy="144479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142114" y="2607713"/>
            <a:ext cx="10925772" cy="6191271"/>
            <a:chOff x="6142114" y="2607713"/>
            <a:chExt cx="10925772" cy="6191271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2114" y="2607713"/>
              <a:ext cx="10925772" cy="6191271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46401" y="3586709"/>
            <a:ext cx="1638731" cy="1093417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62453" y="1978765"/>
            <a:ext cx="1608960" cy="1099379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67215" y="5214784"/>
            <a:ext cx="1583170" cy="1092227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57291" y="6850050"/>
            <a:ext cx="1631989" cy="1102550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47768" y="8463089"/>
            <a:ext cx="1666112" cy="1108912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073562" y="3724973"/>
            <a:ext cx="2859476" cy="804486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930471" y="2121795"/>
            <a:ext cx="3037943" cy="804486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847690" y="5354233"/>
            <a:ext cx="3126990" cy="804486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845024" y="6982357"/>
            <a:ext cx="3069152" cy="804486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756405" y="8605719"/>
            <a:ext cx="3235829" cy="804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551036" y="5610142"/>
            <a:ext cx="2535413" cy="134454"/>
            <a:chOff x="8551036" y="5610142"/>
            <a:chExt cx="2535413" cy="13445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1036" y="5610142"/>
              <a:ext cx="2535413" cy="13445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03511" y="4087444"/>
            <a:ext cx="5171453" cy="2162244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982926" y="9318098"/>
            <a:ext cx="3109600" cy="876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0</Words>
  <Application>Microsoft Office PowerPoint</Application>
  <PresentationFormat>사용자 지정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성현 김</cp:lastModifiedBy>
  <cp:revision>8</cp:revision>
  <dcterms:created xsi:type="dcterms:W3CDTF">2023-10-13T02:34:46Z</dcterms:created>
  <dcterms:modified xsi:type="dcterms:W3CDTF">2023-10-25T07:33:59Z</dcterms:modified>
</cp:coreProperties>
</file>